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 id="2147483816" r:id="rId2"/>
  </p:sldMasterIdLst>
  <p:notesMasterIdLst>
    <p:notesMasterId r:id="rId25"/>
  </p:notesMasterIdLst>
  <p:handoutMasterIdLst>
    <p:handoutMasterId r:id="rId26"/>
  </p:handoutMasterIdLst>
  <p:sldIdLst>
    <p:sldId id="269" r:id="rId3"/>
    <p:sldId id="268" r:id="rId4"/>
    <p:sldId id="267" r:id="rId5"/>
    <p:sldId id="335" r:id="rId6"/>
    <p:sldId id="336"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09" r:id="rId23"/>
    <p:sldId id="314" r:id="rId24"/>
  </p:sldIdLst>
  <p:sldSz cx="12192000" cy="6858000"/>
  <p:notesSz cx="6800850" cy="99329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2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2241" y="0"/>
            <a:ext cx="2947035" cy="498374"/>
          </a:xfrm>
          <a:prstGeom prst="rect">
            <a:avLst/>
          </a:prstGeom>
        </p:spPr>
        <p:txBody>
          <a:bodyPr vert="horz" lIns="91440" tIns="45720" rIns="91440" bIns="45720" rtlCol="0"/>
          <a:lstStyle>
            <a:lvl1pPr algn="r">
              <a:defRPr sz="1200"/>
            </a:lvl1pPr>
          </a:lstStyle>
          <a:p>
            <a:fld id="{8F881FE1-49FF-49A7-A7F1-7BA43AFF21B6}" type="datetimeFigureOut">
              <a:rPr lang="en-US" smtClean="0"/>
              <a:t>1/24/2023</a:t>
            </a:fld>
            <a:endParaRPr lang="en-US"/>
          </a:p>
        </p:txBody>
      </p:sp>
      <p:sp>
        <p:nvSpPr>
          <p:cNvPr id="4" name="Footer Placeholder 3"/>
          <p:cNvSpPr>
            <a:spLocks noGrp="1"/>
          </p:cNvSpPr>
          <p:nvPr>
            <p:ph type="ftr" sz="quarter" idx="2"/>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2241" y="9434615"/>
            <a:ext cx="2947035" cy="498373"/>
          </a:xfrm>
          <a:prstGeom prst="rect">
            <a:avLst/>
          </a:prstGeom>
        </p:spPr>
        <p:txBody>
          <a:bodyPr vert="horz" lIns="91440" tIns="45720" rIns="91440" bIns="45720" rtlCol="0" anchor="b"/>
          <a:lstStyle>
            <a:lvl1pPr algn="r">
              <a:defRPr sz="1200"/>
            </a:lvl1pPr>
          </a:lstStyle>
          <a:p>
            <a:fld id="{72D6B333-660B-4C8D-ABAD-4F77470B39DA}" type="slidenum">
              <a:rPr lang="en-US" smtClean="0"/>
              <a:t>‹#›</a:t>
            </a:fld>
            <a:endParaRPr lang="en-US"/>
          </a:p>
        </p:txBody>
      </p:sp>
    </p:spTree>
    <p:extLst>
      <p:ext uri="{BB962C8B-B14F-4D97-AF65-F5344CB8AC3E}">
        <p14:creationId xmlns:p14="http://schemas.microsoft.com/office/powerpoint/2010/main" val="388023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2241" y="0"/>
            <a:ext cx="2947035" cy="498374"/>
          </a:xfrm>
          <a:prstGeom prst="rect">
            <a:avLst/>
          </a:prstGeom>
        </p:spPr>
        <p:txBody>
          <a:bodyPr vert="horz" lIns="91440" tIns="45720" rIns="91440" bIns="45720" rtlCol="0"/>
          <a:lstStyle>
            <a:lvl1pPr algn="r">
              <a:defRPr sz="1200"/>
            </a:lvl1pPr>
          </a:lstStyle>
          <a:p>
            <a:fld id="{96C6CE2F-C41B-4D8B-95EE-5D8EFFB3B4CF}" type="datetimeFigureOut">
              <a:rPr lang="en-US" smtClean="0"/>
              <a:t>1/24/2023</a:t>
            </a:fld>
            <a:endParaRPr lang="en-US"/>
          </a:p>
        </p:txBody>
      </p:sp>
      <p:sp>
        <p:nvSpPr>
          <p:cNvPr id="4" name="Slide Image Placeholder 3"/>
          <p:cNvSpPr>
            <a:spLocks noGrp="1" noRot="1" noChangeAspect="1"/>
          </p:cNvSpPr>
          <p:nvPr>
            <p:ph type="sldImg" idx="2"/>
          </p:nvPr>
        </p:nvSpPr>
        <p:spPr>
          <a:xfrm>
            <a:off x="420688" y="1241425"/>
            <a:ext cx="5959475" cy="3352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085" y="4780250"/>
            <a:ext cx="5440680" cy="391111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2241" y="9434615"/>
            <a:ext cx="2947035" cy="498373"/>
          </a:xfrm>
          <a:prstGeom prst="rect">
            <a:avLst/>
          </a:prstGeom>
        </p:spPr>
        <p:txBody>
          <a:bodyPr vert="horz" lIns="91440" tIns="45720" rIns="91440" bIns="45720" rtlCol="0" anchor="b"/>
          <a:lstStyle>
            <a:lvl1pPr algn="r">
              <a:defRPr sz="1200"/>
            </a:lvl1pPr>
          </a:lstStyle>
          <a:p>
            <a:fld id="{09534173-98C6-48F6-BF0E-3F7CF82424BD}" type="slidenum">
              <a:rPr lang="en-US" smtClean="0"/>
              <a:t>‹#›</a:t>
            </a:fld>
            <a:endParaRPr lang="en-US"/>
          </a:p>
        </p:txBody>
      </p:sp>
    </p:spTree>
    <p:extLst>
      <p:ext uri="{BB962C8B-B14F-4D97-AF65-F5344CB8AC3E}">
        <p14:creationId xmlns:p14="http://schemas.microsoft.com/office/powerpoint/2010/main" val="9548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534173-98C6-48F6-BF0E-3F7CF82424BD}" type="slidenum">
              <a:rPr lang="en-US" smtClean="0"/>
              <a:t>2</a:t>
            </a:fld>
            <a:endParaRPr lang="en-US"/>
          </a:p>
        </p:txBody>
      </p:sp>
    </p:spTree>
    <p:extLst>
      <p:ext uri="{BB962C8B-B14F-4D97-AF65-F5344CB8AC3E}">
        <p14:creationId xmlns:p14="http://schemas.microsoft.com/office/powerpoint/2010/main" val="106618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67177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2817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48232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F62D13-26C6-49E8-A6B9-CF97DB82E248}"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556693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F62D13-26C6-49E8-A6B9-CF97DB82E248}" type="datetimeFigureOut">
              <a:rPr lang="en-US" smtClean="0"/>
              <a:t>1/24/2023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39843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F62D13-26C6-49E8-A6B9-CF97DB82E248}" type="datetimeFigureOut">
              <a:rPr lang="en-US" smtClean="0"/>
              <a:t>1/24/2023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87959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2D13-26C6-49E8-A6B9-CF97DB82E248}" type="datetimeFigureOut">
              <a:rPr lang="en-US" smtClean="0"/>
              <a:t>1/24/2023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165189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24648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77492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68670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886721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5" name="Picture 7" descr="ocha-insarag-logo.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500" y="914400"/>
            <a:ext cx="1108286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101600" y="0"/>
            <a:ext cx="12090400" cy="762000"/>
          </a:xfrm>
          <a:solidFill>
            <a:schemeClr val="bg1"/>
          </a:solidFill>
        </p:spPr>
        <p:txBody>
          <a:bodyPr/>
          <a:lstStyle>
            <a:lvl1pPr marL="39688" indent="0">
              <a:buNone/>
              <a:defRPr/>
            </a:lvl1pPr>
          </a:lstStyle>
          <a:p>
            <a:pPr lvl="0"/>
            <a:endParaRPr lang="en-GB" dirty="0" smtClean="0"/>
          </a:p>
        </p:txBody>
      </p:sp>
      <p:sp>
        <p:nvSpPr>
          <p:cNvPr id="6" name="Content Placeholder 5"/>
          <p:cNvSpPr>
            <a:spLocks noGrp="1"/>
          </p:cNvSpPr>
          <p:nvPr>
            <p:ph sz="quarter" idx="12"/>
          </p:nvPr>
        </p:nvSpPr>
        <p:spPr>
          <a:xfrm>
            <a:off x="0" y="5943600"/>
            <a:ext cx="12192000" cy="914400"/>
          </a:xfrm>
          <a:solidFill>
            <a:schemeClr val="bg1"/>
          </a:solidFill>
        </p:spPr>
        <p:txBody>
          <a:bodyPr/>
          <a:lstStyle>
            <a:lvl5pPr marL="1766888" indent="0">
              <a:buNone/>
              <a:defRPr/>
            </a:lvl5pPr>
          </a:lstStyle>
          <a:p>
            <a:pPr lvl="4"/>
            <a:endParaRPr lang="en-US" dirty="0"/>
          </a:p>
        </p:txBody>
      </p:sp>
      <p:sp>
        <p:nvSpPr>
          <p:cNvPr id="7" name="Text Box 3"/>
          <p:cNvSpPr txBox="1">
            <a:spLocks noGrp="1" noChangeArrowheads="1"/>
          </p:cNvSpPr>
          <p:nvPr>
            <p:ph type="sldNum" sz="quarter" idx="13"/>
          </p:nvPr>
        </p:nvSpPr>
        <p:spPr>
          <a:xfrm>
            <a:off x="9812867" y="6248400"/>
            <a:ext cx="389467" cy="330200"/>
          </a:xfrm>
          <a:prstGeom prst="rect">
            <a:avLst/>
          </a:prstGeom>
        </p:spPr>
        <p:txBody>
          <a:bodyPr vert="horz" wrap="square" lIns="91440" tIns="45720" rIns="91440" bIns="45720" numCol="1" anchor="t" anchorCtr="0" compatLnSpc="1">
            <a:prstTxWarp prst="textNoShape">
              <a:avLst/>
            </a:prstTxWarp>
          </a:bodyPr>
          <a:lstStyle>
            <a:lvl1pPr>
              <a:defRPr/>
            </a:lvl1pPr>
          </a:lstStyle>
          <a:p>
            <a:fld id="{268CC436-DB0C-4D40-95CD-0C678C839DC7}" type="slidenum">
              <a:rPr lang="en-US"/>
              <a:pPr/>
              <a:t>‹#›</a:t>
            </a:fld>
            <a:endParaRPr lang="en-US"/>
          </a:p>
        </p:txBody>
      </p:sp>
    </p:spTree>
    <p:extLst>
      <p:ext uri="{BB962C8B-B14F-4D97-AF65-F5344CB8AC3E}">
        <p14:creationId xmlns:p14="http://schemas.microsoft.com/office/powerpoint/2010/main" val="351021801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295401"/>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2766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94686425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7780477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3600" b="0"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963084" y="1066801"/>
            <a:ext cx="10363200" cy="33401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7659286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8000" y="1981200"/>
            <a:ext cx="5486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981200"/>
            <a:ext cx="5486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789889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066800"/>
            <a:ext cx="10972800" cy="1143000"/>
          </a:xfrm>
        </p:spPr>
        <p:txBody>
          <a:bodyPr/>
          <a:lstStyle>
            <a:lvl1pPr>
              <a:defRPr sz="3600"/>
            </a:lvl1pPr>
          </a:lstStyle>
          <a:p>
            <a:r>
              <a:rPr lang="en-US" dirty="0" smtClean="0"/>
              <a:t>Click to edit Master title style</a:t>
            </a:r>
            <a:endParaRPr lang="en-US" dirty="0"/>
          </a:p>
        </p:txBody>
      </p:sp>
      <p:sp>
        <p:nvSpPr>
          <p:cNvPr id="3" name="Text Placeholder 2"/>
          <p:cNvSpPr>
            <a:spLocks noGrp="1"/>
          </p:cNvSpPr>
          <p:nvPr>
            <p:ph type="body" idx="1"/>
          </p:nvPr>
        </p:nvSpPr>
        <p:spPr>
          <a:xfrm>
            <a:off x="609600" y="2408238"/>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9600" y="3276600"/>
            <a:ext cx="5386917" cy="2743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193368" y="2408238"/>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3276600"/>
            <a:ext cx="5389033" cy="2743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1619942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6189860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75001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838200"/>
            <a:ext cx="4011084" cy="1162050"/>
          </a:xfrm>
        </p:spPr>
        <p:txBody>
          <a:bodyPr anchor="b"/>
          <a:lstStyle>
            <a:lvl1pPr algn="l">
              <a:defRPr sz="2000" b="1" i="0"/>
            </a:lvl1pPr>
          </a:lstStyle>
          <a:p>
            <a:r>
              <a:rPr lang="en-US" dirty="0" smtClean="0"/>
              <a:t>Click to edit Master title style</a:t>
            </a:r>
            <a:endParaRPr lang="en-US" dirty="0"/>
          </a:p>
        </p:txBody>
      </p:sp>
      <p:sp>
        <p:nvSpPr>
          <p:cNvPr id="3" name="Content Placeholder 2"/>
          <p:cNvSpPr>
            <a:spLocks noGrp="1"/>
          </p:cNvSpPr>
          <p:nvPr>
            <p:ph idx="1"/>
          </p:nvPr>
        </p:nvSpPr>
        <p:spPr>
          <a:xfrm>
            <a:off x="4766733" y="990601"/>
            <a:ext cx="6815667" cy="50292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2133601"/>
            <a:ext cx="4011084" cy="38862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3836281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00600"/>
            <a:ext cx="10668000" cy="457200"/>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914400" y="990600"/>
            <a:ext cx="10668000" cy="37369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Times" charset="0"/>
            </a:endParaRPr>
          </a:p>
        </p:txBody>
      </p:sp>
      <p:sp>
        <p:nvSpPr>
          <p:cNvPr id="4" name="Text Placeholder 3"/>
          <p:cNvSpPr>
            <a:spLocks noGrp="1"/>
          </p:cNvSpPr>
          <p:nvPr>
            <p:ph type="body" sz="half" idx="2"/>
          </p:nvPr>
        </p:nvSpPr>
        <p:spPr>
          <a:xfrm>
            <a:off x="914400" y="5367338"/>
            <a:ext cx="10668000" cy="6524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3067810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5" name="Picture 7" descr="ocha-insarag-logo.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500" y="914400"/>
            <a:ext cx="1108286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101600" y="0"/>
            <a:ext cx="12090400" cy="762000"/>
          </a:xfrm>
          <a:solidFill>
            <a:schemeClr val="bg1"/>
          </a:solidFill>
        </p:spPr>
        <p:txBody>
          <a:bodyPr/>
          <a:lstStyle>
            <a:lvl1pPr marL="39688" indent="0">
              <a:buNone/>
              <a:defRPr/>
            </a:lvl1pPr>
          </a:lstStyle>
          <a:p>
            <a:pPr lvl="0"/>
            <a:endParaRPr lang="en-GB" dirty="0" smtClean="0"/>
          </a:p>
        </p:txBody>
      </p:sp>
      <p:sp>
        <p:nvSpPr>
          <p:cNvPr id="6" name="Content Placeholder 5"/>
          <p:cNvSpPr>
            <a:spLocks noGrp="1"/>
          </p:cNvSpPr>
          <p:nvPr>
            <p:ph sz="quarter" idx="12"/>
          </p:nvPr>
        </p:nvSpPr>
        <p:spPr>
          <a:xfrm>
            <a:off x="0" y="5943600"/>
            <a:ext cx="12192000" cy="914400"/>
          </a:xfrm>
          <a:solidFill>
            <a:schemeClr val="bg1"/>
          </a:solidFill>
        </p:spPr>
        <p:txBody>
          <a:bodyPr/>
          <a:lstStyle>
            <a:lvl5pPr marL="1766888" indent="0">
              <a:buNone/>
              <a:defRPr/>
            </a:lvl5pPr>
          </a:lstStyle>
          <a:p>
            <a:pPr lvl="4"/>
            <a:endParaRPr lang="en-US" dirty="0"/>
          </a:p>
        </p:txBody>
      </p:sp>
      <p:sp>
        <p:nvSpPr>
          <p:cNvPr id="7" name="Text Box 3"/>
          <p:cNvSpPr txBox="1">
            <a:spLocks noGrp="1" noChangeArrowheads="1"/>
          </p:cNvSpPr>
          <p:nvPr>
            <p:ph type="sldNum" sz="quarter" idx="13"/>
          </p:nvPr>
        </p:nvSpPr>
        <p:spPr>
          <a:xfrm>
            <a:off x="9812867" y="6248400"/>
            <a:ext cx="389467" cy="330200"/>
          </a:xfrm>
          <a:prstGeom prst="rect">
            <a:avLst/>
          </a:prstGeom>
        </p:spPr>
        <p:txBody>
          <a:bodyPr vert="horz" wrap="square" lIns="91440" tIns="45720" rIns="91440" bIns="45720" numCol="1" anchor="t" anchorCtr="0" compatLnSpc="1">
            <a:prstTxWarp prst="textNoShape">
              <a:avLst/>
            </a:prstTxWarp>
          </a:bodyPr>
          <a:lstStyle>
            <a:lvl1pPr>
              <a:defRPr/>
            </a:lvl1pPr>
          </a:lstStyle>
          <a:p>
            <a:pPr fontAlgn="base">
              <a:spcBef>
                <a:spcPct val="0"/>
              </a:spcBef>
              <a:spcAft>
                <a:spcPct val="0"/>
              </a:spcAft>
            </a:pPr>
            <a:fld id="{268CC436-DB0C-4D40-95CD-0C678C839DC7}" type="slidenum">
              <a:rPr lang="en-US" sz="1200" smtClean="0">
                <a:solidFill>
                  <a:srgbClr val="000000"/>
                </a:solidFill>
                <a:latin typeface="Times New Roman" panose="02020603050405020304" pitchFamily="18" charset="0"/>
                <a:sym typeface="Times New Roman" panose="02020603050405020304" pitchFamily="18" charset="0"/>
              </a:rPr>
              <a:pPr fontAlgn="base">
                <a:spcBef>
                  <a:spcPct val="0"/>
                </a:spcBef>
                <a:spcAft>
                  <a:spcPct val="0"/>
                </a:spcAft>
              </a:pPr>
              <a:t>‹#›</a:t>
            </a:fld>
            <a:endParaRPr lang="en-US" sz="1200" smtClean="0">
              <a:solidFill>
                <a:srgbClr val="000000"/>
              </a:solidFill>
              <a:latin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31081140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2.emf"/><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F62D13-26C6-49E8-A6B9-CF97DB82E248}" type="datetimeFigureOut">
              <a:rPr lang="en-US" smtClean="0"/>
              <a:t>1/24/2023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A5261C-F097-45A2-87DD-04B5855E2117}" type="slidenum">
              <a:rPr lang="en-US" smtClean="0"/>
              <a:t>‹#›</a:t>
            </a:fld>
            <a:endParaRPr lang="en-US"/>
          </a:p>
        </p:txBody>
      </p:sp>
    </p:spTree>
    <p:extLst>
      <p:ext uri="{BB962C8B-B14F-4D97-AF65-F5344CB8AC3E}">
        <p14:creationId xmlns:p14="http://schemas.microsoft.com/office/powerpoint/2010/main" val="18034404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2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508000" y="990600"/>
            <a:ext cx="11176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ctr" anchorCtr="0" compatLnSpc="1">
            <a:prstTxWarp prst="textNoShape">
              <a:avLst/>
            </a:prstTxWarp>
          </a:bodyPr>
          <a:lstStyle/>
          <a:p>
            <a:pPr lvl="0"/>
            <a:r>
              <a:rPr lang="en-US" smtClean="0">
                <a:sym typeface="Times" panose="02020603050405020304" pitchFamily="18" charset="0"/>
              </a:rPr>
              <a:t>Click to edit Master title style</a:t>
            </a:r>
          </a:p>
        </p:txBody>
      </p:sp>
      <p:sp>
        <p:nvSpPr>
          <p:cNvPr id="1027" name="Rectangle 2"/>
          <p:cNvSpPr>
            <a:spLocks noGrp="1" noChangeArrowheads="1"/>
          </p:cNvSpPr>
          <p:nvPr>
            <p:ph type="body" idx="1"/>
          </p:nvPr>
        </p:nvSpPr>
        <p:spPr bwMode="auto">
          <a:xfrm>
            <a:off x="508000" y="1981200"/>
            <a:ext cx="11176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t" anchorCtr="0" compatLnSpc="1">
            <a:prstTxWarp prst="textNoShape">
              <a:avLst/>
            </a:prstTxWarp>
          </a:bodyPr>
          <a:lstStyle/>
          <a:p>
            <a:pPr lvl="0"/>
            <a:r>
              <a:rPr lang="en-US" smtClean="0">
                <a:sym typeface="Times" panose="02020603050405020304" pitchFamily="18" charset="0"/>
              </a:rPr>
              <a:t>Click to edit Master text styles</a:t>
            </a:r>
          </a:p>
          <a:p>
            <a:pPr lvl="1"/>
            <a:r>
              <a:rPr lang="en-US" smtClean="0">
                <a:sym typeface="Times" panose="02020603050405020304" pitchFamily="18" charset="0"/>
              </a:rPr>
              <a:t>Second level</a:t>
            </a:r>
          </a:p>
          <a:p>
            <a:pPr lvl="2"/>
            <a:r>
              <a:rPr lang="en-US" smtClean="0">
                <a:sym typeface="Times" panose="02020603050405020304" pitchFamily="18" charset="0"/>
              </a:rPr>
              <a:t>Third level</a:t>
            </a:r>
          </a:p>
          <a:p>
            <a:pPr lvl="3"/>
            <a:r>
              <a:rPr lang="en-US" smtClean="0">
                <a:sym typeface="Times" panose="02020603050405020304" pitchFamily="18" charset="0"/>
              </a:rPr>
              <a:t>Fourth level</a:t>
            </a:r>
          </a:p>
          <a:p>
            <a:pPr lvl="4"/>
            <a:r>
              <a:rPr lang="en-US" smtClean="0">
                <a:sym typeface="Times" panose="02020603050405020304" pitchFamily="18" charset="0"/>
              </a:rPr>
              <a:t>Fifth level</a:t>
            </a:r>
          </a:p>
        </p:txBody>
      </p:sp>
      <p:pic>
        <p:nvPicPr>
          <p:cNvPr id="5" name="Picture 6"/>
          <p:cNvPicPr>
            <a:picLocks noChangeAspect="1"/>
          </p:cNvPicPr>
          <p:nvPr userDrawn="1"/>
        </p:nvPicPr>
        <p:blipFill>
          <a:blip r:embed="rId12"/>
          <a:srcRect/>
          <a:stretch>
            <a:fillRect/>
          </a:stretch>
        </p:blipFill>
        <p:spPr bwMode="auto">
          <a:xfrm>
            <a:off x="203200" y="152400"/>
            <a:ext cx="3556000" cy="38893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029" name="Picture 18"/>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03200" y="6248400"/>
            <a:ext cx="2844800" cy="53340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30" name="Picture 2"/>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0464800" y="6065839"/>
            <a:ext cx="149013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Straight Connector 2"/>
          <p:cNvCxnSpPr>
            <a:cxnSpLocks noChangeShapeType="1"/>
          </p:cNvCxnSpPr>
          <p:nvPr userDrawn="1"/>
        </p:nvCxnSpPr>
        <p:spPr bwMode="auto">
          <a:xfrm>
            <a:off x="3100917" y="6300788"/>
            <a:ext cx="7416800" cy="0"/>
          </a:xfrm>
          <a:prstGeom prst="line">
            <a:avLst/>
          </a:prstGeom>
          <a:noFill/>
          <a:ln w="20320">
            <a:solidFill>
              <a:srgbClr val="174C8E">
                <a:alpha val="90195"/>
              </a:srgbClr>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844375328"/>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Lst>
  <p:transition/>
  <p:hf hdr="0" ftr="0" dt="0"/>
  <p:txStyles>
    <p:titleStyle>
      <a:lvl1pPr marL="39688" indent="-39688" algn="ctr" rtl="0" eaLnBrk="0" fontAlgn="base" hangingPunct="0">
        <a:spcBef>
          <a:spcPct val="0"/>
        </a:spcBef>
        <a:spcAft>
          <a:spcPct val="0"/>
        </a:spcAft>
        <a:defRPr sz="4400">
          <a:solidFill>
            <a:schemeClr val="tx1"/>
          </a:solidFill>
          <a:latin typeface="Verdana"/>
          <a:ea typeface="+mj-ea"/>
          <a:cs typeface="Verdana"/>
          <a:sym typeface="Times" panose="02020603050405020304" pitchFamily="18" charset="0"/>
        </a:defRPr>
      </a:lvl1pPr>
      <a:lvl2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2pPr>
      <a:lvl3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3pPr>
      <a:lvl4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4pPr>
      <a:lvl5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5pPr>
      <a:lvl6pPr marL="4968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6pPr>
      <a:lvl7pPr marL="9540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7pPr>
      <a:lvl8pPr marL="14112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8pPr>
      <a:lvl9pPr marL="18684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9pPr>
    </p:titleStyle>
    <p:bodyStyle>
      <a:lvl1pPr marL="382588" indent="-342900" algn="l" rtl="0" eaLnBrk="0" fontAlgn="base" hangingPunct="0">
        <a:spcBef>
          <a:spcPts val="800"/>
        </a:spcBef>
        <a:spcAft>
          <a:spcPct val="0"/>
        </a:spcAft>
        <a:buClr>
          <a:srgbClr val="000000"/>
        </a:buClr>
        <a:buSzPct val="100000"/>
        <a:buFont typeface="Times" panose="02020603050405020304" pitchFamily="18" charset="0"/>
        <a:buChar char="•"/>
        <a:defRPr sz="3200">
          <a:solidFill>
            <a:schemeClr val="tx1"/>
          </a:solidFill>
          <a:latin typeface="Verdana"/>
          <a:ea typeface="+mn-ea"/>
          <a:cs typeface="Verdana"/>
          <a:sym typeface="Times" panose="02020603050405020304" pitchFamily="18" charset="0"/>
        </a:defRPr>
      </a:lvl1pPr>
      <a:lvl2pPr marL="681038" indent="-285750" algn="l" rtl="0" eaLnBrk="0" fontAlgn="base" hangingPunct="0">
        <a:spcBef>
          <a:spcPts val="700"/>
        </a:spcBef>
        <a:spcAft>
          <a:spcPct val="0"/>
        </a:spcAft>
        <a:buClr>
          <a:srgbClr val="000000"/>
        </a:buClr>
        <a:buSzPct val="100000"/>
        <a:buFont typeface="Times" panose="02020603050405020304" pitchFamily="18" charset="0"/>
        <a:buChar char="–"/>
        <a:defRPr sz="2800">
          <a:solidFill>
            <a:schemeClr val="tx1"/>
          </a:solidFill>
          <a:latin typeface="Verdana"/>
          <a:ea typeface="+mn-ea"/>
          <a:cs typeface="Verdana"/>
          <a:sym typeface="Times" panose="02020603050405020304" pitchFamily="18" charset="0"/>
        </a:defRPr>
      </a:lvl2pPr>
      <a:lvl3pPr marL="1081088" indent="-228600" algn="l" rtl="0" eaLnBrk="0" fontAlgn="base" hangingPunct="0">
        <a:spcBef>
          <a:spcPts val="600"/>
        </a:spcBef>
        <a:spcAft>
          <a:spcPct val="0"/>
        </a:spcAft>
        <a:buClr>
          <a:srgbClr val="000000"/>
        </a:buClr>
        <a:buSzPct val="100000"/>
        <a:buFont typeface="Times" panose="02020603050405020304" pitchFamily="18" charset="0"/>
        <a:buChar char="•"/>
        <a:defRPr sz="2400">
          <a:solidFill>
            <a:schemeClr val="tx1"/>
          </a:solidFill>
          <a:latin typeface="Verdana"/>
          <a:ea typeface="+mn-ea"/>
          <a:cs typeface="Verdana"/>
          <a:sym typeface="Times" panose="02020603050405020304" pitchFamily="18" charset="0"/>
        </a:defRPr>
      </a:lvl3pPr>
      <a:lvl4pPr marL="1538288" indent="-228600" algn="l" rtl="0" eaLnBrk="0" fontAlgn="base" hangingPunct="0">
        <a:spcBef>
          <a:spcPts val="500"/>
        </a:spcBef>
        <a:spcAft>
          <a:spcPct val="0"/>
        </a:spcAft>
        <a:buClr>
          <a:srgbClr val="000000"/>
        </a:buClr>
        <a:buSzPct val="100000"/>
        <a:buFont typeface="Times" panose="02020603050405020304" pitchFamily="18" charset="0"/>
        <a:buChar char="–"/>
        <a:defRPr sz="2000">
          <a:solidFill>
            <a:schemeClr val="tx1"/>
          </a:solidFill>
          <a:latin typeface="Verdana"/>
          <a:ea typeface="+mn-ea"/>
          <a:cs typeface="Verdana"/>
          <a:sym typeface="Times" panose="02020603050405020304" pitchFamily="18" charset="0"/>
        </a:defRPr>
      </a:lvl4pPr>
      <a:lvl5pPr marL="1995488" indent="-228600" algn="l" rtl="0" eaLnBrk="0" fontAlgn="base" hangingPunct="0">
        <a:spcBef>
          <a:spcPts val="500"/>
        </a:spcBef>
        <a:spcAft>
          <a:spcPct val="0"/>
        </a:spcAft>
        <a:buClr>
          <a:srgbClr val="000000"/>
        </a:buClr>
        <a:buSzPct val="100000"/>
        <a:buFont typeface="Times" panose="02020603050405020304" pitchFamily="18" charset="0"/>
        <a:buChar char="»"/>
        <a:defRPr sz="2000">
          <a:solidFill>
            <a:schemeClr val="tx1"/>
          </a:solidFill>
          <a:latin typeface="Verdana"/>
          <a:ea typeface="+mn-ea"/>
          <a:cs typeface="Verdana"/>
          <a:sym typeface="Times" panose="02020603050405020304" pitchFamily="18" charset="0"/>
        </a:defRPr>
      </a:lvl5pPr>
      <a:lvl6pPr marL="24526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6pPr>
      <a:lvl7pPr marL="29098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7pPr>
      <a:lvl8pPr marL="33670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8pPr>
      <a:lvl9pPr marL="38242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416"/>
            <a:ext cx="10515600" cy="1325563"/>
          </a:xfrm>
        </p:spPr>
        <p:txBody>
          <a:bodyPr/>
          <a:lstStyle/>
          <a:p>
            <a:r>
              <a:rPr lang="si-LK" dirty="0" smtClean="0"/>
              <a:t>පළමු ප්‍රතිචාර පුහුණු වැඩසටහන</a:t>
            </a:r>
            <a:endParaRPr lang="en-US" dirty="0"/>
          </a:p>
        </p:txBody>
      </p:sp>
      <p:sp>
        <p:nvSpPr>
          <p:cNvPr id="3" name="Content Placeholder 2"/>
          <p:cNvSpPr>
            <a:spLocks noGrp="1"/>
          </p:cNvSpPr>
          <p:nvPr>
            <p:ph idx="1"/>
          </p:nvPr>
        </p:nvSpPr>
        <p:spPr/>
        <p:txBody>
          <a:bodyPr/>
          <a:lstStyle/>
          <a:p>
            <a:r>
              <a:rPr lang="si-LK" dirty="0"/>
              <a:t>මොඩියුලර්	</a:t>
            </a:r>
            <a:r>
              <a:rPr lang="si-LK" dirty="0" smtClean="0"/>
              <a:t>6: </a:t>
            </a:r>
            <a:r>
              <a:rPr lang="si-LK" dirty="0"/>
              <a:t>මූලික වෛද්‍ය ගලවා ගැනිම</a:t>
            </a:r>
            <a:endParaRPr lang="si-LK" dirty="0" smtClean="0"/>
          </a:p>
          <a:p>
            <a:r>
              <a:rPr lang="si-LK" dirty="0" smtClean="0"/>
              <a:t>සැසිය 	6.2- පාඩම් සැලැස්ම</a:t>
            </a:r>
          </a:p>
          <a:p>
            <a:r>
              <a:rPr lang="si-LK" dirty="0"/>
              <a:t>අවස්ථාව (දර්ශන) තක්සේරුව</a:t>
            </a:r>
            <a:endParaRPr lang="en-US" dirty="0"/>
          </a:p>
          <a:p>
            <a:endParaRPr lang="si-LK" dirty="0" smtClean="0"/>
          </a:p>
        </p:txBody>
      </p:sp>
      <p:pic>
        <p:nvPicPr>
          <p:cNvPr id="6" name="Picture 5"/>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11" name="TextBox 10"/>
          <p:cNvSpPr txBox="1"/>
          <p:nvPr/>
        </p:nvSpPr>
        <p:spPr>
          <a:xfrm>
            <a:off x="6781799" y="4681526"/>
            <a:ext cx="4680857" cy="1754326"/>
          </a:xfrm>
          <a:prstGeom prst="rect">
            <a:avLst/>
          </a:prstGeom>
          <a:noFill/>
          <a:ln>
            <a:noFill/>
          </a:ln>
        </p:spPr>
        <p:txBody>
          <a:bodyPr wrap="square" rtlCol="0">
            <a:spAutoFit/>
          </a:bodyPr>
          <a:lstStyle/>
          <a:p>
            <a:pPr algn="just"/>
            <a:r>
              <a:rPr lang="si-LK" dirty="0"/>
              <a:t>පළමු ප්‍රතිචාර දැක්වීමේ පුහුණු වැඩසටහන </a:t>
            </a:r>
            <a:r>
              <a:rPr lang="en-US" dirty="0"/>
              <a:t>INSARAG </a:t>
            </a:r>
            <a:r>
              <a:rPr lang="si-LK" dirty="0"/>
              <a:t>පුහුණු ක්‍රියාකාරී කණ්ඩායම විසින් සංවර්ධනය කරන ලද අතර ගලවා ගැනීමේ හැකියාව වර්ධනය කිරීමට සහ ජීවිත බේරා ගැනීමට සියලුම රටවලට සහ ප්‍රතිචාර දක්වන සංවිධානවලට උපකාර කිරීමට මෙමගින් අදහස් කෙරේ.</a:t>
            </a:r>
            <a:endParaRPr lang="en-US" dirty="0"/>
          </a:p>
        </p:txBody>
      </p:sp>
    </p:spTree>
    <p:extLst>
      <p:ext uri="{BB962C8B-B14F-4D97-AF65-F5344CB8AC3E}">
        <p14:creationId xmlns:p14="http://schemas.microsoft.com/office/powerpoint/2010/main" val="7668600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914725198"/>
              </p:ext>
            </p:extLst>
          </p:nvPr>
        </p:nvGraphicFramePr>
        <p:xfrm>
          <a:off x="168446" y="0"/>
          <a:ext cx="11655425" cy="2398977"/>
        </p:xfrm>
        <a:graphic>
          <a:graphicData uri="http://schemas.openxmlformats.org/drawingml/2006/table">
            <a:tbl>
              <a:tblPr firstRow="1" firstCol="1" bandRow="1"/>
              <a:tblGrid>
                <a:gridCol w="3491140"/>
                <a:gridCol w="3363686"/>
                <a:gridCol w="4800599"/>
              </a:tblGrid>
              <a:tr h="612350">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ඉලක්කය</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Aims</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 </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අරමුණු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Objective</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ඉගෙනුම්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ප්‍රතිඵල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Learning</a:t>
                      </a:r>
                      <a:r>
                        <a:rPr lang="en-US" sz="1400" baseline="0" dirty="0" smtClean="0">
                          <a:effectLst/>
                          <a:latin typeface="Calibri" panose="020F0502020204030204" pitchFamily="34" charset="0"/>
                          <a:ea typeface="Calibri" panose="020F0502020204030204" pitchFamily="34" charset="0"/>
                          <a:cs typeface="Iskoola Pota" panose="02010503010101010104" pitchFamily="2" charset="0"/>
                        </a:rPr>
                        <a:t> Outcomes)</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1786627">
                <a:tc>
                  <a:txBody>
                    <a:bodyPr/>
                    <a:lstStyle/>
                    <a:p>
                      <a:pPr marL="342900" marR="0" lvl="0" indent="-342900" algn="just">
                        <a:lnSpc>
                          <a:spcPct val="107000"/>
                        </a:lnSpc>
                        <a:spcBef>
                          <a:spcPts val="0"/>
                        </a:spcBef>
                        <a:spcAft>
                          <a:spcPts val="0"/>
                        </a:spcAft>
                        <a:buFont typeface="Symbol" panose="05050102010706020507" pitchFamily="18" charset="2"/>
                        <a:buChar char=""/>
                      </a:pPr>
                      <a:r>
                        <a:rPr lang="si-LK" sz="1200" kern="1200" dirty="0" smtClean="0">
                          <a:solidFill>
                            <a:schemeClr val="tx1"/>
                          </a:solidFill>
                          <a:effectLst/>
                          <a:latin typeface="+mn-lt"/>
                          <a:ea typeface="+mn-ea"/>
                          <a:cs typeface="+mn-cs"/>
                        </a:rPr>
                        <a:t>මෙම සැසිය සහභාගිවන්නන්ට තත්වය (දර්ශන) තක්සේරු කිරීමට හැකියාව ලැබේ.</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si-LK" sz="1200" dirty="0" smtClean="0">
                          <a:effectLst/>
                          <a:latin typeface="Calibri" panose="020F0502020204030204" pitchFamily="34" charset="0"/>
                          <a:ea typeface="Calibri" panose="020F0502020204030204" pitchFamily="34" charset="0"/>
                          <a:cs typeface="+mn-cs"/>
                        </a:rPr>
                        <a:t>දර්ශන තක්සේරු කිරිමේ කොටස් දෙක තේරුම් ගන්න එනම්, උදාහරණ ආරක්ෂාව සහ තත්වය වේ.</a:t>
                      </a:r>
                    </a:p>
                    <a:p>
                      <a:pPr marL="342900" marR="0" lvl="0" indent="-342900">
                        <a:lnSpc>
                          <a:spcPct val="107000"/>
                        </a:lnSpc>
                        <a:spcBef>
                          <a:spcPts val="0"/>
                        </a:spcBef>
                        <a:spcAft>
                          <a:spcPts val="0"/>
                        </a:spcAft>
                        <a:buFont typeface="Symbol" panose="05050102010706020507" pitchFamily="18" charset="2"/>
                        <a:buChar char=""/>
                      </a:pPr>
                      <a:r>
                        <a:rPr lang="si-LK" sz="1200" dirty="0" smtClean="0">
                          <a:effectLst/>
                          <a:latin typeface="Calibri" panose="020F0502020204030204" pitchFamily="34" charset="0"/>
                          <a:ea typeface="Calibri" panose="020F0502020204030204" pitchFamily="34" charset="0"/>
                          <a:cs typeface="+mn-cs"/>
                        </a:rPr>
                        <a:t>ආරක්ෂාවේ ප්‍රමුඛතා තේරුම් ගන්න</a:t>
                      </a:r>
                    </a:p>
                    <a:p>
                      <a:pPr marL="342900" marR="0" lvl="0" indent="-342900">
                        <a:lnSpc>
                          <a:spcPct val="107000"/>
                        </a:lnSpc>
                        <a:spcBef>
                          <a:spcPts val="0"/>
                        </a:spcBef>
                        <a:spcAft>
                          <a:spcPts val="0"/>
                        </a:spcAft>
                        <a:buFont typeface="Symbol" panose="05050102010706020507" pitchFamily="18" charset="2"/>
                        <a:buChar char=""/>
                      </a:pPr>
                      <a:r>
                        <a:rPr lang="si-LK" sz="1200" dirty="0" smtClean="0">
                          <a:effectLst/>
                          <a:latin typeface="Calibri" panose="020F0502020204030204" pitchFamily="34" charset="0"/>
                          <a:ea typeface="Calibri" panose="020F0502020204030204" pitchFamily="34" charset="0"/>
                          <a:cs typeface="+mn-cs"/>
                        </a:rPr>
                        <a:t>තත්වය පිළිබඳ දළ විශ්ලේෂණයක් සිදු කරන්නේ කෙසේදැයි දැන ගන්න</a:t>
                      </a:r>
                    </a:p>
                    <a:p>
                      <a:pPr marL="342900" marR="0" lvl="0" indent="-342900">
                        <a:lnSpc>
                          <a:spcPct val="107000"/>
                        </a:lnSpc>
                        <a:spcBef>
                          <a:spcPts val="0"/>
                        </a:spcBef>
                        <a:spcAft>
                          <a:spcPts val="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mn-cs"/>
                        </a:rPr>
                        <a:t>මෙම සැසියේ ප්‍රතිඵලයක් ලෙස, සහභාගිවන්නන්ට පහත හැකියාව ලැබෙනු ඇත.</a:t>
                      </a:r>
                    </a:p>
                    <a:p>
                      <a:pPr marL="0" marR="0" algn="just">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mn-cs"/>
                        </a:rPr>
                        <a:t>•ප්‍රමුඛතා අනුපිළිවෙලින් ප්‍රධාන ආරක්ෂක අංගයන් හඳුනා ගන්න</a:t>
                      </a:r>
                    </a:p>
                    <a:p>
                      <a:pPr marL="0" marR="0" algn="just">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mn-cs"/>
                        </a:rPr>
                        <a:t>•ආරක්‍ෂාව ගැන සැලකිලිමත් වන්න</a:t>
                      </a:r>
                    </a:p>
                    <a:p>
                      <a:pPr marL="0" marR="0" algn="just">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mn-cs"/>
                        </a:rPr>
                        <a:t>•තත්වය තක්සේරු කිරීමට අවශ්‍ය තොරතුරු මොනවාදැයි දැන ගන්න</a:t>
                      </a:r>
                    </a:p>
                    <a:p>
                      <a:pPr marL="0" marR="0" algn="just">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mn-cs"/>
                        </a:rPr>
                        <a:t>•තත්වය තක්සේරුවක් කිරීමට දක්ෂ වන්න</a:t>
                      </a:r>
                    </a:p>
                    <a:p>
                      <a:pPr marL="0" marR="0" algn="just">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81031888"/>
              </p:ext>
            </p:extLst>
          </p:nvPr>
        </p:nvGraphicFramePr>
        <p:xfrm>
          <a:off x="214488" y="2518644"/>
          <a:ext cx="11672711" cy="4532043"/>
        </p:xfrm>
        <a:graphic>
          <a:graphicData uri="http://schemas.openxmlformats.org/drawingml/2006/table">
            <a:tbl>
              <a:tblPr firstRow="1" firstCol="1" bandRow="1"/>
              <a:tblGrid>
                <a:gridCol w="935995"/>
                <a:gridCol w="1462114"/>
                <a:gridCol w="6680913"/>
                <a:gridCol w="2593689"/>
              </a:tblGrid>
              <a:tr h="437494">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කාලය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අන්තර්ගතය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ක්‍රියාකාරීත්වය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සම්පත්</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750129">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ආරක්ෂාව පිළිබද </a:t>
                      </a:r>
                      <a:r>
                        <a:rPr lang="en-US" sz="1200" dirty="0">
                          <a:effectLst/>
                          <a:latin typeface="Calibri" panose="020F0502020204030204" pitchFamily="34" charset="0"/>
                          <a:ea typeface="Calibri" panose="020F0502020204030204" pitchFamily="34" charset="0"/>
                          <a:cs typeface="Iskoola Pota" panose="02010503010101010104" pitchFamily="2" charset="0"/>
                        </a:rPr>
                        <a:t>(PPT) </a:t>
                      </a:r>
                      <a:r>
                        <a:rPr lang="si-LK" sz="1200" dirty="0">
                          <a:effectLst/>
                          <a:latin typeface="Calibri" panose="020F0502020204030204" pitchFamily="34" charset="0"/>
                          <a:ea typeface="Calibri" panose="020F0502020204030204" pitchFamily="34" charset="0"/>
                          <a:cs typeface="Iskoola Pota" panose="02010503010101010104" pitchFamily="2" charset="0"/>
                        </a:rPr>
                        <a:t>ඉදිරිපත් කිරීම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සිද්ධිය වූ ස්ථානයේ ආරක්ෂාව පිළිබඳ ප්‍රශ්න විචාරාත්මක අභ්‍යාස</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දර්ශන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තත්වය) තක්සේරුව කිරිමේදි ආරක්ෂාවේ වැදගත්කම පැහැදිලි කිරිමට </a:t>
                      </a:r>
                      <a:r>
                        <a:rPr lang="en-US" sz="1200" dirty="0">
                          <a:effectLst/>
                          <a:latin typeface="Calibri" panose="020F0502020204030204" pitchFamily="34" charset="0"/>
                          <a:ea typeface="Calibri" panose="020F0502020204030204" pitchFamily="34" charset="0"/>
                          <a:cs typeface="Iskoola Pota" panose="02010503010101010104" pitchFamily="2" charset="0"/>
                        </a:rPr>
                        <a:t>Power</a:t>
                      </a:r>
                      <a:r>
                        <a:rPr lang="si-LK" sz="1200" dirty="0">
                          <a:effectLst/>
                          <a:latin typeface="Calibri" panose="020F0502020204030204" pitchFamily="34" charset="0"/>
                          <a:ea typeface="Calibri" panose="020F0502020204030204" pitchFamily="34" charset="0"/>
                          <a:cs typeface="Iskoola Pota" panose="02010503010101010104" pitchFamily="2" charset="0"/>
                        </a:rPr>
                        <a:t> </a:t>
                      </a:r>
                      <a:r>
                        <a:rPr lang="en-US" sz="1200" dirty="0">
                          <a:effectLst/>
                          <a:latin typeface="Calibri" panose="020F0502020204030204" pitchFamily="34" charset="0"/>
                          <a:ea typeface="Calibri" panose="020F0502020204030204" pitchFamily="34" charset="0"/>
                          <a:cs typeface="Iskoola Pota" panose="02010503010101010104" pitchFamily="2" charset="0"/>
                        </a:rPr>
                        <a:t>Point </a:t>
                      </a:r>
                      <a:r>
                        <a:rPr lang="si-LK" sz="1200" dirty="0">
                          <a:effectLst/>
                          <a:latin typeface="Calibri" panose="020F0502020204030204" pitchFamily="34" charset="0"/>
                          <a:ea typeface="Calibri" panose="020F0502020204030204" pitchFamily="34" charset="0"/>
                          <a:cs typeface="Iskoola Pota" panose="02010503010101010104" pitchFamily="2" charset="0"/>
                        </a:rPr>
                        <a:t>ඉදිරිපත් කිරීම සහ වීඩියෝ ඉදිරිපත් කිරීම සිදුකරන්න. සහභාගිවන්නන්ට ආරක්ෂාවට ඇති තර්ජන හඳුනාගෙන ඒවා (අ) තමාට</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(ආ) කණ්ඩායමට සහ (ඇ) රෝගියාට ඇති තර්ජන ලෙස වර්ගීකරණය කළ යුතුය. කෙටි ප්‍රශ්න විචාරාත්මක අභ්‍යාසයක් ඇතුළත් කරන්න.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FR-</a:t>
                      </a:r>
                      <a:r>
                        <a:rPr lang="si-LK" sz="1200" dirty="0">
                          <a:effectLst/>
                          <a:latin typeface="Calibri" panose="020F0502020204030204" pitchFamily="34" charset="0"/>
                          <a:ea typeface="Calibri" panose="020F0502020204030204" pitchFamily="34" charset="0"/>
                          <a:cs typeface="Iskoola Pota" panose="02010503010101010104" pitchFamily="2" charset="0"/>
                        </a:rPr>
                        <a:t>ඉදිරිපත් කිරීම </a:t>
                      </a:r>
                      <a:r>
                        <a:rPr lang="en-US" sz="1200" dirty="0">
                          <a:effectLst/>
                          <a:latin typeface="Calibri" panose="020F0502020204030204" pitchFamily="34" charset="0"/>
                          <a:ea typeface="Calibri" panose="020F0502020204030204" pitchFamily="34" charset="0"/>
                          <a:cs typeface="Iskoola Pota" panose="02010503010101010104" pitchFamily="2" charset="0"/>
                        </a:rPr>
                        <a:t>6.2</a:t>
                      </a:r>
                      <a:r>
                        <a:rPr lang="si-LK" sz="1200" dirty="0">
                          <a:effectLst/>
                          <a:latin typeface="Calibri" panose="020F0502020204030204" pitchFamily="34" charset="0"/>
                          <a:ea typeface="Calibri" panose="020F0502020204030204" pitchFamily="34" charset="0"/>
                          <a:cs typeface="Iskoola Pota" panose="02010503010101010104" pitchFamily="2" charset="0"/>
                        </a:rPr>
                        <a:t> වීඩියෝවක් ඇතුළුව (දර්ශන ආරක්ෂණ අභ්‍යාස)</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පන්ති කාමරය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වීඩියෝ නොමැති නම් </a:t>
                      </a:r>
                      <a:r>
                        <a:rPr lang="en-US" sz="1200" dirty="0">
                          <a:effectLst/>
                          <a:latin typeface="Calibri" panose="020F0502020204030204" pitchFamily="34" charset="0"/>
                          <a:ea typeface="Calibri" panose="020F0502020204030204" pitchFamily="34" charset="0"/>
                          <a:cs typeface="Iskoola Pota" panose="02010503010101010104" pitchFamily="2" charset="0"/>
                        </a:rPr>
                        <a:t>U-Tube </a:t>
                      </a:r>
                      <a:r>
                        <a:rPr lang="si-LK" sz="1200" dirty="0">
                          <a:effectLst/>
                          <a:latin typeface="Calibri" panose="020F0502020204030204" pitchFamily="34" charset="0"/>
                          <a:ea typeface="Calibri" panose="020F0502020204030204" pitchFamily="34" charset="0"/>
                          <a:cs typeface="Iskoola Pota" panose="02010503010101010104" pitchFamily="2" charset="0"/>
                        </a:rPr>
                        <a:t>වෙත අන්තර්ජාල තුළීන් ප්‍රවේශ වන්න.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2597">
                <a:tc vMerge="1">
                  <a:txBody>
                    <a:bodyPr/>
                    <a:lstStyle/>
                    <a:p>
                      <a:endParaRPr lang="en-US" sz="1200"/>
                    </a:p>
                  </a:txBody>
                  <a:tcPr>
                    <a:lnT w="12700" cap="flat" cmpd="sng" algn="ctr">
                      <a:solidFill>
                        <a:schemeClr val="tx1"/>
                      </a:solidFill>
                      <a:prstDash val="solid"/>
                      <a:round/>
                      <a:headEnd type="none" w="med" len="med"/>
                      <a:tailEnd type="none" w="med" len="med"/>
                    </a:lnT>
                  </a:tcPr>
                </a:tc>
                <a:tc vMerge="1">
                  <a:txBody>
                    <a:bodyPr/>
                    <a:lstStyle/>
                    <a:p>
                      <a:endParaRPr lang="en-US" sz="12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tcPr>
                </a:tc>
                <a:tc>
                  <a:txBody>
                    <a:bodyPr/>
                    <a:lstStyle/>
                    <a:p>
                      <a:pPr marL="0" marR="0" algn="just">
                        <a:lnSpc>
                          <a:spcPct val="107000"/>
                        </a:lnSpc>
                        <a:spcBef>
                          <a:spcPts val="0"/>
                        </a:spcBef>
                        <a:spcAft>
                          <a:spcPts val="0"/>
                        </a:spcAft>
                      </a:pPr>
                      <a:r>
                        <a:rPr lang="si-LK" sz="1200" kern="1200" dirty="0" smtClean="0">
                          <a:solidFill>
                            <a:schemeClr val="tx1"/>
                          </a:solidFill>
                          <a:effectLst/>
                          <a:latin typeface="+mn-lt"/>
                          <a:ea typeface="+mn-ea"/>
                          <a:cs typeface="+mn-cs"/>
                        </a:rPr>
                        <a:t>සහභාගිවන්නා: ඉගෙනීමේ කරුණු පැහැදිලි කිරීමට ප්‍රශ්න අසමින් අවශ්‍ය පරිදි සවන් දී අන්තර් සම්බන්ධතාවය ඇති කර ගන්න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sz="1200" dirty="0"/>
                    </a:p>
                  </a:txBody>
                  <a:tcPr>
                    <a:lnT w="12700" cap="flat" cmpd="sng" algn="ctr">
                      <a:solidFill>
                        <a:srgbClr val="000000"/>
                      </a:solidFill>
                      <a:prstDash val="solid"/>
                      <a:round/>
                      <a:headEnd type="none" w="med" len="med"/>
                      <a:tailEnd type="none" w="med" len="med"/>
                    </a:lnT>
                  </a:tcPr>
                </a:tc>
              </a:tr>
              <a:tr h="562597">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15 </a:t>
                      </a:r>
                    </a:p>
                  </a:txBody>
                  <a:tcPr marL="68580" marR="6858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තත්වය පිළිබද දැනුවත් කිරීම (</a:t>
                      </a:r>
                      <a:r>
                        <a:rPr lang="en-US" sz="1200" dirty="0">
                          <a:effectLst/>
                          <a:latin typeface="Calibri" panose="020F0502020204030204" pitchFamily="34" charset="0"/>
                          <a:ea typeface="Calibri" panose="020F0502020204030204" pitchFamily="34" charset="0"/>
                          <a:cs typeface="Iskoola Pota" panose="02010503010101010104" pitchFamily="2" charset="0"/>
                        </a:rPr>
                        <a:t>PPT)</a:t>
                      </a: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ඉදිරිපත් කිරීම.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තත්වය පිළිබඳ දැනුවත්භාවය ලබා ගැනීම සඳහා එම ස්ථානයේ ඇති තොරතුරු අවශ්‍යතා පිළිබඳ ප්‍රශ්න ඇසීම මගින් අභ්‍යාස සිදු කරන්න. </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පවර්පොයින්ට් ඉදිරිපත් කිරීම සහ දර්ශන තක්සේරුවේදී තත්වය දැනුවත් කිරීමේ වැදගත්කම පැහැදිලි කරන වීඩියෝ ඉදිරිපත් කිරීම මගින් පෙන්වන්න. තත්වය පිළිබද නිවැරදි අවබෝධය ලබා ගැනීම සඳහා එම ස්ථානයේ ඇති තොරතුරු අවශ්‍යතා පිළිබඳ කෙටි ප්‍රශ්න විචාරාත්මක අභ්‍යාසයක් ඇතුළත් කරන්න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FR-</a:t>
                      </a:r>
                      <a:r>
                        <a:rPr lang="si-LK" sz="1200" dirty="0">
                          <a:effectLst/>
                          <a:latin typeface="Calibri" panose="020F0502020204030204" pitchFamily="34" charset="0"/>
                          <a:ea typeface="Calibri" panose="020F0502020204030204" pitchFamily="34" charset="0"/>
                          <a:cs typeface="Iskoola Pota" panose="02010503010101010104" pitchFamily="2" charset="0"/>
                        </a:rPr>
                        <a:t>ඉදිරිපත් කිරීම </a:t>
                      </a:r>
                      <a:r>
                        <a:rPr lang="en-US" sz="1200" dirty="0">
                          <a:effectLst/>
                          <a:latin typeface="Calibri" panose="020F0502020204030204" pitchFamily="34" charset="0"/>
                          <a:ea typeface="Calibri" panose="020F0502020204030204" pitchFamily="34" charset="0"/>
                          <a:cs typeface="Iskoola Pota" panose="02010503010101010104" pitchFamily="2" charset="0"/>
                        </a:rPr>
                        <a:t>6. 2</a:t>
                      </a: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පන්ති කාමරය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වීඩියෝව නොමැති නම් </a:t>
                      </a:r>
                      <a:r>
                        <a:rPr lang="en-US" sz="1200" dirty="0">
                          <a:effectLst/>
                          <a:latin typeface="Calibri" panose="020F0502020204030204" pitchFamily="34" charset="0"/>
                          <a:ea typeface="Calibri" panose="020F0502020204030204" pitchFamily="34" charset="0"/>
                          <a:cs typeface="Iskoola Pota" panose="02010503010101010104" pitchFamily="2" charset="0"/>
                        </a:rPr>
                        <a:t>U-Tube </a:t>
                      </a:r>
                      <a:r>
                        <a:rPr lang="si-LK" sz="1200" dirty="0">
                          <a:effectLst/>
                          <a:latin typeface="Calibri" panose="020F0502020204030204" pitchFamily="34" charset="0"/>
                          <a:ea typeface="Calibri" panose="020F0502020204030204" pitchFamily="34" charset="0"/>
                          <a:cs typeface="Iskoola Pota" panose="02010503010101010104" pitchFamily="2" charset="0"/>
                        </a:rPr>
                        <a:t>වෙත පිවිසිමට අන්තර්ජාල ප්‍රවේශය ලබා ගන්න.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r>
              <a:tr h="1500258">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0" marR="0" algn="just">
                        <a:lnSpc>
                          <a:spcPct val="107000"/>
                        </a:lnSpc>
                        <a:spcBef>
                          <a:spcPts val="0"/>
                        </a:spcBef>
                        <a:spcAft>
                          <a:spcPts val="0"/>
                        </a:spcAft>
                      </a:pPr>
                      <a:r>
                        <a:rPr lang="si-LK" sz="1200" kern="1200" dirty="0" smtClean="0">
                          <a:solidFill>
                            <a:schemeClr val="tx1"/>
                          </a:solidFill>
                          <a:effectLst/>
                          <a:latin typeface="+mn-lt"/>
                          <a:ea typeface="+mn-ea"/>
                          <a:cs typeface="+mn-cs"/>
                        </a:rPr>
                        <a:t>සහභාගිවන්නා: ඉගෙනීමේ කරුණු පැහැදිලි කිරීමට ප්‍රශ්න අසමින් අවශ්‍ය පරිදි සවන් දී අන්තර් සම්බන්ධතාවය ගොඩනගන්න.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lnT w="12700" cap="flat" cmpd="sng" algn="ctr">
                      <a:solidFill>
                        <a:srgbClr val="000000"/>
                      </a:solidFill>
                      <a:prstDash val="solid"/>
                      <a:round/>
                      <a:headEnd type="none" w="med" len="med"/>
                      <a:tailEnd type="none" w="med" len="med"/>
                    </a:lnT>
                  </a:tcPr>
                </a:tc>
              </a:tr>
              <a:tr h="218747">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විනාඩි 35</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rowSpan="2">
                  <a:txBody>
                    <a:bodyPr/>
                    <a:lstStyle/>
                    <a:p>
                      <a:pPr marL="0" marR="0">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tcPr>
                </a:tc>
                <a:tc rowSpan="2">
                  <a:txBody>
                    <a:bodyPr/>
                    <a:lstStyle/>
                    <a:p>
                      <a:pPr marL="0" marR="0" algn="just">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r>
              <a:tr h="324469">
                <a:tc>
                  <a:txBody>
                    <a:bodyPr/>
                    <a:lstStyle/>
                    <a:p>
                      <a:pPr marL="0" marR="0">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marL="0" marR="0">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r>
            </a:tbl>
          </a:graphicData>
        </a:graphic>
      </p:graphicFrame>
    </p:spTree>
    <p:extLst>
      <p:ext uri="{BB962C8B-B14F-4D97-AF65-F5344CB8AC3E}">
        <p14:creationId xmlns:p14="http://schemas.microsoft.com/office/powerpoint/2010/main" val="22174418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4454459"/>
              </p:ext>
            </p:extLst>
          </p:nvPr>
        </p:nvGraphicFramePr>
        <p:xfrm>
          <a:off x="427718" y="367279"/>
          <a:ext cx="11394168" cy="3791064"/>
        </p:xfrm>
        <a:graphic>
          <a:graphicData uri="http://schemas.openxmlformats.org/drawingml/2006/table">
            <a:tbl>
              <a:tblPr firstRow="1" firstCol="1" bandRow="1"/>
              <a:tblGrid>
                <a:gridCol w="3722907"/>
                <a:gridCol w="7671261"/>
              </a:tblGrid>
              <a:tr h="236942">
                <a:tc grid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සටහන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r>
              <a:tr h="3554122">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ආරක්ෂිත අභ්‍යාසය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තත්වය දැනුවත් කිරීමේ අභ්‍යාසය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වීඩියෝව නැරඹීමෙන් පසු සහභාගිවන්නන්ට උපරිම විනාඩි </a:t>
                      </a:r>
                      <a:r>
                        <a:rPr lang="en-US" sz="1600" dirty="0">
                          <a:effectLst/>
                          <a:latin typeface="Calibri" panose="020F0502020204030204" pitchFamily="34" charset="0"/>
                          <a:ea typeface="Calibri" panose="020F0502020204030204" pitchFamily="34" charset="0"/>
                          <a:cs typeface="Iskoola Pota" panose="02010503010101010104" pitchFamily="2" charset="0"/>
                        </a:rPr>
                        <a:t>5</a:t>
                      </a:r>
                      <a:r>
                        <a:rPr lang="si-LK" sz="1600" dirty="0">
                          <a:effectLst/>
                          <a:latin typeface="Calibri" panose="020F0502020204030204" pitchFamily="34" charset="0"/>
                          <a:ea typeface="Calibri" panose="020F0502020204030204" pitchFamily="34" charset="0"/>
                          <a:cs typeface="Iskoola Pota" panose="02010503010101010104" pitchFamily="2" charset="0"/>
                        </a:rPr>
                        <a:t> ක් ලබා දෙන්න.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සිසුන් විසින් තර්ජන ලැයිස්තුගත කරන්න.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රෝගියාට, කණ්ඩායමට සහ තමන්ටම ඇති විය හැකි තර්ජනයන් වර්ග කරන්න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සිසුන් විසින් ප්‍රතිචාර සහ සමාලෝචනය කිරිම.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වීඩියෝව නැරඹීමෙන් පසු සහභාගිවන්නන්ට උපරිම විනාඩි </a:t>
                      </a:r>
                      <a:r>
                        <a:rPr lang="en-US" sz="1600" dirty="0">
                          <a:effectLst/>
                          <a:latin typeface="Calibri" panose="020F0502020204030204" pitchFamily="34" charset="0"/>
                          <a:ea typeface="Calibri" panose="020F0502020204030204" pitchFamily="34" charset="0"/>
                          <a:cs typeface="Iskoola Pota" panose="02010503010101010104" pitchFamily="2" charset="0"/>
                        </a:rPr>
                        <a:t>5</a:t>
                      </a:r>
                      <a:r>
                        <a:rPr lang="si-LK" sz="1600" dirty="0">
                          <a:effectLst/>
                          <a:latin typeface="Calibri" panose="020F0502020204030204" pitchFamily="34" charset="0"/>
                          <a:ea typeface="Calibri" panose="020F0502020204030204" pitchFamily="34" charset="0"/>
                          <a:cs typeface="Iskoola Pota" panose="02010503010101010104" pitchFamily="2" charset="0"/>
                        </a:rPr>
                        <a:t> ක් ලබා දෙනු ලැබේ</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සිසුන් අදාළ තොරතුරු ලැයිස්තුගත කිරීම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600" dirty="0">
                          <a:effectLst/>
                          <a:latin typeface="Calibri" panose="020F0502020204030204" pitchFamily="34" charset="0"/>
                          <a:ea typeface="Calibri" panose="020F0502020204030204" pitchFamily="34" charset="0"/>
                          <a:cs typeface="Iskoola Pota" panose="02010503010101010104" pitchFamily="2" charset="0"/>
                        </a:rPr>
                        <a:t>සිසුන් විසින් ප්‍රතිචාර සහ සමාලෝචනය කිරිම.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2575120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Overlay-2ColumnText.png"/>
          <p:cNvPicPr/>
          <p:nvPr/>
        </p:nvPicPr>
        <p:blipFill>
          <a:blip r:embed="rId2"/>
          <a:stretch>
            <a:fillRect/>
          </a:stretch>
        </p:blipFill>
        <p:spPr>
          <a:xfrm>
            <a:off x="308472" y="879087"/>
            <a:ext cx="3428149" cy="5171757"/>
          </a:xfrm>
          <a:prstGeom prst="round2DiagRect">
            <a:avLst/>
          </a:prstGeom>
          <a:gradFill flip="none" rotWithShape="1">
            <a:gsLst>
              <a:gs pos="0">
                <a:srgbClr val="38ABED"/>
              </a:gs>
              <a:gs pos="100000">
                <a:srgbClr val="1B3861"/>
              </a:gs>
            </a:gsLst>
            <a:lin ang="5400000" scaled="0"/>
            <a:tileRect/>
          </a:gradFill>
        </p:spPr>
      </p:pic>
      <p:pic>
        <p:nvPicPr>
          <p:cNvPr id="10" name="Picture 9"/>
          <p:cNvPicPr>
            <a:picLocks noChangeAspect="1"/>
          </p:cNvPicPr>
          <p:nvPr/>
        </p:nvPicPr>
        <p:blipFill rotWithShape="1">
          <a:blip r:embed="rId3"/>
          <a:srcRect l="28796" t="18296" r="53241" b="76370"/>
          <a:stretch/>
        </p:blipFill>
        <p:spPr>
          <a:xfrm>
            <a:off x="390071" y="136525"/>
            <a:ext cx="2463800" cy="457200"/>
          </a:xfrm>
          <a:prstGeom prst="rect">
            <a:avLst/>
          </a:prstGeom>
        </p:spPr>
      </p:pic>
      <p:sp>
        <p:nvSpPr>
          <p:cNvPr id="4" name="Title 3"/>
          <p:cNvSpPr txBox="1">
            <a:spLocks noGrp="1"/>
          </p:cNvSpPr>
          <p:nvPr>
            <p:ph type="title"/>
          </p:nvPr>
        </p:nvSpPr>
        <p:spPr>
          <a:xfrm>
            <a:off x="490653" y="1142804"/>
            <a:ext cx="4371278" cy="1089529"/>
          </a:xfrm>
          <a:prstGeom prst="rect">
            <a:avLst/>
          </a:prstGeom>
          <a:noFill/>
        </p:spPr>
        <p:txBody>
          <a:bodyPr wrap="square" rtlCol="0">
            <a:spAutoFit/>
          </a:bodyPr>
          <a:lstStyle/>
          <a:p>
            <a:r>
              <a:rPr lang="si-LK" sz="3600" b="1" dirty="0" smtClean="0">
                <a:solidFill>
                  <a:prstClr val="black"/>
                </a:solidFill>
                <a:latin typeface="Calibri Light" panose="020F0302020204030204"/>
              </a:rPr>
              <a:t>පළමුව </a:t>
            </a:r>
            <a:br>
              <a:rPr lang="si-LK" sz="3600" b="1" dirty="0" smtClean="0">
                <a:solidFill>
                  <a:prstClr val="black"/>
                </a:solidFill>
                <a:latin typeface="Calibri Light" panose="020F0302020204030204"/>
              </a:rPr>
            </a:br>
            <a:r>
              <a:rPr lang="si-LK" sz="3600" b="1" dirty="0" smtClean="0">
                <a:solidFill>
                  <a:prstClr val="black"/>
                </a:solidFill>
                <a:latin typeface="Calibri Light" panose="020F0302020204030204"/>
              </a:rPr>
              <a:t>ප්‍රතිචාර දක්වන්නා</a:t>
            </a:r>
            <a:endParaRPr lang="en-US" sz="3600" b="1" dirty="0"/>
          </a:p>
        </p:txBody>
      </p:sp>
      <p:sp>
        <p:nvSpPr>
          <p:cNvPr id="3" name="Content Placeholder 2"/>
          <p:cNvSpPr>
            <a:spLocks noGrp="1"/>
          </p:cNvSpPr>
          <p:nvPr>
            <p:ph idx="1"/>
          </p:nvPr>
        </p:nvSpPr>
        <p:spPr>
          <a:xfrm>
            <a:off x="308473" y="2467781"/>
            <a:ext cx="11001784" cy="4694918"/>
          </a:xfrm>
          <a:noFill/>
          <a:ln>
            <a:noFill/>
          </a:ln>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si-LK" sz="2200" dirty="0"/>
              <a:t>ඉදිරිපත් කිරිමේ මාතෘකා</a:t>
            </a:r>
            <a:r>
              <a:rPr lang="si-LK" sz="2200" dirty="0" smtClean="0"/>
              <a:t>ව	:- </a:t>
            </a:r>
            <a:r>
              <a:rPr lang="si-LK" sz="2400" dirty="0"/>
              <a:t>වෛද්‍ය දර්ශන තක්සේරු කිරිම</a:t>
            </a:r>
            <a:endParaRPr lang="en-US" sz="2400" dirty="0"/>
          </a:p>
          <a:p>
            <a:pPr marL="0" indent="0">
              <a:buNone/>
            </a:pPr>
            <a:r>
              <a:rPr lang="si-LK" sz="2200" dirty="0"/>
              <a:t>	</a:t>
            </a:r>
            <a:r>
              <a:rPr lang="en-US" sz="2200" dirty="0"/>
              <a:t/>
            </a:r>
            <a:br>
              <a:rPr lang="en-US" sz="2200" dirty="0"/>
            </a:br>
            <a:r>
              <a:rPr lang="si-LK" sz="2200" dirty="0" smtClean="0"/>
              <a:t>	ම</a:t>
            </a:r>
            <a:r>
              <a:rPr lang="si-LK" sz="2200" dirty="0"/>
              <a:t>ොඩියුලර</a:t>
            </a:r>
            <a:r>
              <a:rPr lang="si-LK" sz="2200" dirty="0" smtClean="0"/>
              <a:t>්		: 6.2</a:t>
            </a:r>
          </a:p>
          <a:p>
            <a:pPr marL="0" indent="0">
              <a:buNone/>
            </a:pPr>
            <a:r>
              <a:rPr lang="en-US" sz="2200" dirty="0" smtClean="0"/>
              <a:t/>
            </a:r>
            <a:br>
              <a:rPr lang="en-US" sz="2200" dirty="0" smtClean="0"/>
            </a:br>
            <a:r>
              <a:rPr lang="si-LK" sz="2200" dirty="0" smtClean="0"/>
              <a:t>ඉදිරිපත් කරන්නන්/ උපදේශක	:- ඉදිරිපත් කරන්නන්ගේ නම මෙහි </a:t>
            </a:r>
            <a:r>
              <a:rPr lang="si-LK" sz="2200" dirty="0"/>
              <a:t>එක</a:t>
            </a:r>
            <a:r>
              <a:rPr lang="si-LK" sz="2200" dirty="0" smtClean="0"/>
              <a:t>් කරන</a:t>
            </a:r>
            <a:r>
              <a:rPr lang="si-LK" sz="2200" dirty="0"/>
              <a:t>්න.</a:t>
            </a:r>
            <a:r>
              <a:rPr lang="si-LK" sz="2200" dirty="0" smtClean="0"/>
              <a:t>					</a:t>
            </a:r>
          </a:p>
          <a:p>
            <a:pPr marL="0" indent="0">
              <a:buNone/>
            </a:pPr>
            <a:r>
              <a:rPr lang="en-US" dirty="0"/>
              <a:t/>
            </a:r>
            <a:br>
              <a:rPr lang="en-US" dirty="0"/>
            </a:br>
            <a:r>
              <a:rPr lang="en-US" dirty="0"/>
              <a:t/>
            </a:r>
            <a:br>
              <a:rPr lang="en-US" dirty="0"/>
            </a:br>
            <a:endParaRPr lang="si-LK" dirty="0" smtClean="0"/>
          </a:p>
          <a:p>
            <a:pPr marL="0" indent="0">
              <a:buNone/>
            </a:pPr>
            <a:r>
              <a:rPr lang="en-US" sz="1600" dirty="0">
                <a:solidFill>
                  <a:schemeClr val="bg1"/>
                </a:solidFill>
              </a:rPr>
              <a:t>Coordination Saves Lives</a:t>
            </a:r>
            <a:endParaRPr lang="si-LK" sz="1600" dirty="0" smtClean="0">
              <a:solidFill>
                <a:schemeClr val="bg1"/>
              </a:solidFill>
            </a:endParaRPr>
          </a:p>
          <a:p>
            <a:pPr marL="0" indent="0">
              <a:buNone/>
            </a:pPr>
            <a:r>
              <a:rPr lang="en-US" dirty="0" smtClean="0"/>
              <a:t>							</a:t>
            </a:r>
          </a:p>
          <a:p>
            <a:pPr marL="0" indent="0">
              <a:buNone/>
            </a:pPr>
            <a:r>
              <a:rPr lang="en-US" dirty="0"/>
              <a:t>	</a:t>
            </a:r>
            <a:r>
              <a:rPr lang="en-US" dirty="0" smtClean="0"/>
              <a:t>									</a:t>
            </a:r>
            <a:r>
              <a:rPr lang="si-LK" dirty="0" smtClean="0"/>
              <a:t>	</a:t>
            </a:r>
            <a:endParaRPr lang="en-US" dirty="0"/>
          </a:p>
        </p:txBody>
      </p:sp>
      <p:pic>
        <p:nvPicPr>
          <p:cNvPr id="11" name="Picture 10"/>
          <p:cNvPicPr>
            <a:picLocks noChangeAspect="1"/>
          </p:cNvPicPr>
          <p:nvPr/>
        </p:nvPicPr>
        <p:blipFill rotWithShape="1">
          <a:blip r:embed="rId3"/>
          <a:srcRect l="28981" t="79333" r="13981" b="13852"/>
          <a:stretch/>
        </p:blipFill>
        <p:spPr>
          <a:xfrm>
            <a:off x="198160" y="6230892"/>
            <a:ext cx="11907157" cy="681037"/>
          </a:xfrm>
          <a:prstGeom prst="rect">
            <a:avLst/>
          </a:prstGeom>
        </p:spPr>
      </p:pic>
    </p:spTree>
    <p:extLst>
      <p:ext uri="{BB962C8B-B14F-4D97-AF65-F5344CB8AC3E}">
        <p14:creationId xmlns:p14="http://schemas.microsoft.com/office/powerpoint/2010/main" val="22895033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071" y="1042635"/>
            <a:ext cx="6281058" cy="4235763"/>
          </a:xfrm>
        </p:spPr>
        <p:txBody>
          <a:bodyPr>
            <a:normAutofit/>
          </a:bodyPr>
          <a:lstStyle/>
          <a:p>
            <a:pPr marL="0" indent="0" algn="ctr">
              <a:buNone/>
            </a:pPr>
            <a:endParaRPr lang="en-US" sz="3600" b="1" dirty="0"/>
          </a:p>
          <a:p>
            <a:pPr marL="0" indent="0">
              <a:buNone/>
            </a:pPr>
            <a:r>
              <a:rPr lang="si-LK" sz="3600" b="1" dirty="0"/>
              <a:t>මූලික වෛද්‍ය ගලවා ගැනි</a:t>
            </a:r>
            <a:r>
              <a:rPr lang="si-LK" sz="3600" b="1" dirty="0" smtClean="0"/>
              <a:t>ම</a:t>
            </a:r>
            <a:endParaRPr lang="si-LK" sz="3600" b="1" dirty="0"/>
          </a:p>
          <a:p>
            <a:pPr marL="0" indent="0">
              <a:buNone/>
            </a:pPr>
            <a:endParaRPr lang="si-LK" sz="3600" b="1" dirty="0" smtClean="0"/>
          </a:p>
          <a:p>
            <a:pPr marL="0" indent="0">
              <a:buNone/>
            </a:pPr>
            <a:endParaRPr lang="en-US" sz="3600" b="1" dirty="0"/>
          </a:p>
          <a:p>
            <a:pPr marL="0" indent="0">
              <a:buNone/>
            </a:pPr>
            <a:r>
              <a:rPr lang="si-LK" sz="3600" b="1" dirty="0"/>
              <a:t>වෛද්‍ය දර්ශන තක්සේරු කිරි</a:t>
            </a:r>
            <a:r>
              <a:rPr lang="si-LK" sz="3600" b="1" dirty="0" smtClean="0"/>
              <a:t>ම</a:t>
            </a:r>
            <a:endParaRPr lang="en-US" sz="3600" b="1" dirty="0"/>
          </a:p>
          <a:p>
            <a:pPr marL="0" indent="0" algn="ctr">
              <a:buNone/>
            </a:pPr>
            <a:endParaRPr lang="si-LK"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186871" y="6176963"/>
            <a:ext cx="11907157" cy="681037"/>
          </a:xfrm>
          <a:prstGeom prst="rect">
            <a:avLst/>
          </a:prstGeom>
        </p:spPr>
      </p:pic>
      <p:pic>
        <p:nvPicPr>
          <p:cNvPr id="11" name="Picture 10" descr="Overlay-2ColumnText.png"/>
          <p:cNvPicPr/>
          <p:nvPr/>
        </p:nvPicPr>
        <p:blipFill>
          <a:blip r:embed="rId3"/>
          <a:stretch>
            <a:fillRect/>
          </a:stretch>
        </p:blipFill>
        <p:spPr>
          <a:xfrm>
            <a:off x="7981244" y="223365"/>
            <a:ext cx="3603014" cy="5688981"/>
          </a:xfrm>
          <a:prstGeom prst="round2DiagRect">
            <a:avLst/>
          </a:prstGeom>
          <a:gradFill flip="none" rotWithShape="1">
            <a:gsLst>
              <a:gs pos="0">
                <a:srgbClr val="38ABED"/>
              </a:gs>
              <a:gs pos="100000">
                <a:srgbClr val="1B3861"/>
              </a:gs>
            </a:gsLst>
            <a:lin ang="5400000" scaled="0"/>
            <a:tileRect/>
          </a:gradFill>
        </p:spPr>
      </p:pic>
      <p:sp>
        <p:nvSpPr>
          <p:cNvPr id="12" name="Title 3"/>
          <p:cNvSpPr txBox="1">
            <a:spLocks noGrp="1"/>
          </p:cNvSpPr>
          <p:nvPr>
            <p:ph type="title"/>
          </p:nvPr>
        </p:nvSpPr>
        <p:spPr>
          <a:xfrm>
            <a:off x="7236178" y="372126"/>
            <a:ext cx="4084965" cy="1089529"/>
          </a:xfrm>
          <a:prstGeom prst="rect">
            <a:avLst/>
          </a:prstGeom>
          <a:noFill/>
        </p:spPr>
        <p:txBody>
          <a:bodyPr wrap="square" rtlCol="0">
            <a:spAutoFit/>
          </a:bodyPr>
          <a:lstStyle/>
          <a:p>
            <a:pPr algn="r"/>
            <a:r>
              <a:rPr lang="si-LK" sz="3600" b="1" dirty="0" smtClean="0">
                <a:solidFill>
                  <a:prstClr val="black"/>
                </a:solidFill>
                <a:latin typeface="Calibri Light" panose="020F0302020204030204"/>
              </a:rPr>
              <a:t>පළමුව </a:t>
            </a:r>
            <a:br>
              <a:rPr lang="si-LK" sz="3600" b="1" dirty="0" smtClean="0">
                <a:solidFill>
                  <a:prstClr val="black"/>
                </a:solidFill>
                <a:latin typeface="Calibri Light" panose="020F0302020204030204"/>
              </a:rPr>
            </a:br>
            <a:r>
              <a:rPr lang="si-LK" sz="3600" b="1" dirty="0" smtClean="0">
                <a:solidFill>
                  <a:prstClr val="black"/>
                </a:solidFill>
                <a:latin typeface="Calibri Light" panose="020F0302020204030204"/>
              </a:rPr>
              <a:t>ප්‍රතිචාර දක්වන්නා</a:t>
            </a:r>
            <a:endParaRPr lang="en-US" sz="3600" b="1" dirty="0"/>
          </a:p>
        </p:txBody>
      </p:sp>
      <p:sp>
        <p:nvSpPr>
          <p:cNvPr id="13" name="Rectangle 12"/>
          <p:cNvSpPr/>
          <p:nvPr/>
        </p:nvSpPr>
        <p:spPr>
          <a:xfrm>
            <a:off x="8161867" y="5278398"/>
            <a:ext cx="2997650" cy="369332"/>
          </a:xfrm>
          <a:prstGeom prst="rect">
            <a:avLst/>
          </a:prstGeom>
        </p:spPr>
        <p:txBody>
          <a:bodyPr wrap="square">
            <a:spAutoFit/>
          </a:bodyPr>
          <a:lstStyle/>
          <a:p>
            <a:r>
              <a:rPr lang="en-US" dirty="0">
                <a:solidFill>
                  <a:schemeClr val="bg1"/>
                </a:solidFill>
              </a:rPr>
              <a:t>Coordination Saves Lives</a:t>
            </a:r>
          </a:p>
        </p:txBody>
      </p:sp>
    </p:spTree>
    <p:extLst>
      <p:ext uri="{BB962C8B-B14F-4D97-AF65-F5344CB8AC3E}">
        <p14:creationId xmlns:p14="http://schemas.microsoft.com/office/powerpoint/2010/main" val="36190790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046237" y="1006628"/>
            <a:ext cx="6096000" cy="1146211"/>
          </a:xfrm>
          <a:prstGeom prst="rect">
            <a:avLst/>
          </a:prstGeom>
        </p:spPr>
        <p:txBody>
          <a:bodyPr>
            <a:spAutoFit/>
          </a:bodyPr>
          <a:lstStyle/>
          <a:p>
            <a:pPr>
              <a:lnSpc>
                <a:spcPct val="107000"/>
              </a:lnSpc>
            </a:pPr>
            <a:r>
              <a:rPr lang="si-LK" sz="3200" b="1" dirty="0">
                <a:latin typeface="Calibri" panose="020F0502020204030204" pitchFamily="34" charset="0"/>
                <a:ea typeface="Calibri" panose="020F0502020204030204" pitchFamily="34" charset="0"/>
              </a:rPr>
              <a:t>වෛද්‍ය දර්ශන තක්සේරු කිරි</a:t>
            </a:r>
            <a:r>
              <a:rPr lang="si-LK" sz="3200" b="1" dirty="0" smtClean="0">
                <a:latin typeface="Calibri" panose="020F0502020204030204" pitchFamily="34" charset="0"/>
                <a:ea typeface="Calibri" panose="020F0502020204030204" pitchFamily="34" charset="0"/>
              </a:rPr>
              <a:t>ම</a:t>
            </a:r>
            <a:endParaRPr lang="si-LK" sz="3200" b="1" dirty="0" smtClean="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si-LK" sz="3200" b="1" dirty="0" smtClean="0">
                <a:latin typeface="Calibri" panose="020F0502020204030204" pitchFamily="34" charset="0"/>
                <a:ea typeface="Calibri" panose="020F0502020204030204" pitchFamily="34" charset="0"/>
              </a:rPr>
              <a:t>ඉග</a:t>
            </a:r>
            <a:r>
              <a:rPr lang="si-LK" sz="3200" b="1" dirty="0">
                <a:latin typeface="Calibri" panose="020F0502020204030204" pitchFamily="34" charset="0"/>
                <a:ea typeface="Calibri" panose="020F0502020204030204" pitchFamily="34" charset="0"/>
              </a:rPr>
              <a:t>ෙනුම් ප්‍රතිඵල</a:t>
            </a:r>
            <a:endParaRPr lang="en-US" sz="3200" b="1" dirty="0">
              <a:effectLst/>
              <a:latin typeface="Calibri" panose="020F0502020204030204" pitchFamily="34" charset="0"/>
              <a:ea typeface="Calibri" panose="020F0502020204030204" pitchFamily="34" charset="0"/>
              <a:cs typeface="Iskoola Pota" panose="02010503010101010104" pitchFamily="2" charset="0"/>
            </a:endParaRPr>
          </a:p>
        </p:txBody>
      </p:sp>
      <p:sp>
        <p:nvSpPr>
          <p:cNvPr id="7" name="Rectangle 6"/>
          <p:cNvSpPr/>
          <p:nvPr/>
        </p:nvSpPr>
        <p:spPr>
          <a:xfrm>
            <a:off x="1046237" y="2827925"/>
            <a:ext cx="9847542" cy="1936428"/>
          </a:xfrm>
          <a:prstGeom prst="rect">
            <a:avLst/>
          </a:prstGeom>
        </p:spPr>
        <p:txBody>
          <a:bodyPr wrap="square">
            <a:spAutoFit/>
          </a:bodyPr>
          <a:lstStyle/>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ප්‍රමුඛතා අනුපිළිවෙල අනුව ප්‍රධාන ආරක්ෂක අංග හඳුනා ගන්න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ආරක්ෂිත කරුණු පිළිබඳව දැනුවත් වන්න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තත්වය තක්සේරු කිරීමට අවශ්‍ය තොරතුරු මොනවාදැයි දැන ගන්න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තත්වය තක්සේරුවක් කිරීමට දක්ෂ වන්න</a:t>
            </a:r>
            <a:endParaRPr lang="en-US" sz="28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4173717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046237" y="1006628"/>
            <a:ext cx="6096000" cy="584775"/>
          </a:xfrm>
          <a:prstGeom prst="rect">
            <a:avLst/>
          </a:prstGeom>
        </p:spPr>
        <p:txBody>
          <a:bodyPr>
            <a:spAutoFit/>
          </a:bodyPr>
          <a:lstStyle/>
          <a:p>
            <a:r>
              <a:rPr lang="si-LK" sz="3200" b="1" dirty="0"/>
              <a:t>දර්ශන (තත්වය) තක්සේරුව</a:t>
            </a:r>
            <a:endParaRPr lang="en-US" sz="3200" b="1" dirty="0"/>
          </a:p>
        </p:txBody>
      </p:sp>
      <p:sp>
        <p:nvSpPr>
          <p:cNvPr id="2" name="Rectangle 1"/>
          <p:cNvSpPr/>
          <p:nvPr/>
        </p:nvSpPr>
        <p:spPr>
          <a:xfrm>
            <a:off x="1253066" y="2098286"/>
            <a:ext cx="10069689" cy="2858539"/>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දර්ශනය තක්සේරු කිරීමේදී අනුගමනය කළ යුතු සංරචක දෙකක් තිබේ:</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742950" marR="0" lvl="1" indent="-285750">
              <a:lnSpc>
                <a:spcPct val="107000"/>
              </a:lnSpc>
              <a:spcBef>
                <a:spcPts val="0"/>
              </a:spcBef>
              <a:spcAft>
                <a:spcPts val="0"/>
              </a:spcAft>
              <a:buFont typeface="Calibri" panose="020F0502020204030204" pitchFamily="34" charset="0"/>
              <a:buChar char="-"/>
            </a:pPr>
            <a:r>
              <a:rPr lang="si-LK" sz="2400" dirty="0">
                <a:latin typeface="Calibri" panose="020F0502020204030204" pitchFamily="34" charset="0"/>
                <a:ea typeface="Calibri" panose="020F0502020204030204" pitchFamily="34" charset="0"/>
              </a:rPr>
              <a:t>ආරක්ෂාව - අන්තරායන් හෝ අවදානම් මොනවාද</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742950" marR="0" lvl="1" indent="-285750">
              <a:lnSpc>
                <a:spcPct val="107000"/>
              </a:lnSpc>
              <a:spcBef>
                <a:spcPts val="0"/>
              </a:spcBef>
              <a:spcAft>
                <a:spcPts val="0"/>
              </a:spcAft>
              <a:buFont typeface="Calibri" panose="020F0502020204030204" pitchFamily="34" charset="0"/>
              <a:buChar char="-"/>
            </a:pPr>
            <a:r>
              <a:rPr lang="si-LK" sz="2400" dirty="0">
                <a:latin typeface="Calibri" panose="020F0502020204030204" pitchFamily="34" charset="0"/>
                <a:ea typeface="Calibri" panose="020F0502020204030204" pitchFamily="34" charset="0"/>
              </a:rPr>
              <a:t>තත්වය - කුමක් සිදු වී ඇත්ද</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යම් සිදුවීමක් සිදු වු ස්ථානයට ගමන්කරන මාර්ගයෙන් ආරම්භ වේ</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රෝගියා සම්බන්ධ කර ගැනීමට පෙර ඔබ එම ස්ථානයට පැමිණි විගස දර්ශන (තත්වයේ) තොරතුරු රැස් කිරීම ආරම්භ වේ</a:t>
            </a:r>
            <a:r>
              <a:rPr lang="en-US" sz="2400" dirty="0">
                <a:latin typeface="Calibri" panose="020F0502020204030204" pitchFamily="34" charset="0"/>
                <a:ea typeface="Calibri" panose="020F0502020204030204" pitchFamily="34" charset="0"/>
                <a:cs typeface="Iskoola Pota" panose="02010503010101010104" pitchFamily="2" charset="0"/>
              </a:rPr>
              <a:t>.</a:t>
            </a: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වැදගත්: දේවල් ඉක්මනින් වෙනස් විය හැක - පවතින ක්‍රියාවලිය වෙනස් විය හැකිය.</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2802906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293511" y="1280249"/>
            <a:ext cx="11800517" cy="619272"/>
          </a:xfrm>
          <a:prstGeom prst="rect">
            <a:avLst/>
          </a:prstGeom>
        </p:spPr>
        <p:txBody>
          <a:bodyPr wrap="square">
            <a:spAutoFit/>
          </a:bodyPr>
          <a:lstStyle/>
          <a:p>
            <a:pPr>
              <a:lnSpc>
                <a:spcPct val="107000"/>
              </a:lnSpc>
            </a:pPr>
            <a:r>
              <a:rPr lang="si-LK" sz="3200" b="1" dirty="0">
                <a:latin typeface="Calibri" panose="020F0502020204030204" pitchFamily="34" charset="0"/>
                <a:ea typeface="Calibri" panose="020F0502020204030204" pitchFamily="34" charset="0"/>
              </a:rPr>
              <a:t>ආරක්ෂාව: උපද්‍රව හෝ අවදානම් මොනවාද: කමිටු කණ්ඩායමට - රෝගියාට</a:t>
            </a:r>
            <a:endParaRPr lang="en-US" sz="3200" b="1" dirty="0">
              <a:effectLst/>
              <a:latin typeface="Calibri" panose="020F0502020204030204" pitchFamily="34" charset="0"/>
              <a:ea typeface="Calibri" panose="020F0502020204030204" pitchFamily="34" charset="0"/>
              <a:cs typeface="Iskoola Pota" panose="02010503010101010104" pitchFamily="2" charset="0"/>
            </a:endParaRPr>
          </a:p>
        </p:txBody>
      </p:sp>
      <p:pic>
        <p:nvPicPr>
          <p:cNvPr id="1026" name="Picture 2" descr="COVID can trigger self-attacking antibodies: Stud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956" y="2024944"/>
            <a:ext cx="5802487" cy="4252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174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1253066" y="2098286"/>
            <a:ext cx="10069689" cy="2775119"/>
          </a:xfrm>
          <a:prstGeom prst="rect">
            <a:avLst/>
          </a:prstGeom>
        </p:spPr>
        <p:txBody>
          <a:bodyPr wrap="square">
            <a:spAutoFit/>
          </a:bodyPr>
          <a:lstStyle/>
          <a:p>
            <a:pPr>
              <a:lnSpc>
                <a:spcPct val="107000"/>
              </a:lnSpc>
            </a:pPr>
            <a:r>
              <a:rPr lang="si-LK" sz="2800" dirty="0">
                <a:latin typeface="Calibri" panose="020F0502020204030204" pitchFamily="34" charset="0"/>
                <a:ea typeface="Calibri" panose="020F0502020204030204" pitchFamily="34" charset="0"/>
              </a:rPr>
              <a:t>සහභාගිවන්නන්ට ඔබට විනාඩි </a:t>
            </a:r>
            <a:r>
              <a:rPr lang="en-US" sz="2800" dirty="0">
                <a:latin typeface="Calibri" panose="020F0502020204030204" pitchFamily="34" charset="0"/>
                <a:ea typeface="Calibri" panose="020F0502020204030204" pitchFamily="34" charset="0"/>
                <a:cs typeface="Iskoola Pota" panose="02010503010101010104" pitchFamily="2" charset="0"/>
              </a:rPr>
              <a:t>5</a:t>
            </a:r>
            <a:r>
              <a:rPr lang="si-LK" sz="2800" dirty="0">
                <a:latin typeface="Calibri" panose="020F0502020204030204" pitchFamily="34" charset="0"/>
                <a:ea typeface="Calibri" panose="020F0502020204030204" pitchFamily="34" charset="0"/>
              </a:rPr>
              <a:t>ක කාලයක් ඇත:</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කඩා වැටුණු ව්‍යූහ තත්වයක ඇති විය හැකි තර්ජන හෝ අවදානම් ලැයිස්තුගත 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මේවා තර්ජනයක් වන්නේ කා හටදැයි වර්ග කරන්න</a:t>
            </a:r>
            <a:r>
              <a:rPr lang="en-US" sz="2800" dirty="0">
                <a:latin typeface="Calibri" panose="020F0502020204030204" pitchFamily="34" charset="0"/>
                <a:ea typeface="Calibri" panose="020F0502020204030204" pitchFamily="34" charset="0"/>
                <a:cs typeface="Iskoola Pota" panose="02010503010101010104" pitchFamily="2" charset="0"/>
              </a:rPr>
              <a:t>; </a:t>
            </a:r>
            <a:r>
              <a:rPr lang="si-LK" sz="2800" dirty="0">
                <a:latin typeface="Calibri" panose="020F0502020204030204" pitchFamily="34" charset="0"/>
                <a:ea typeface="Calibri" panose="020F0502020204030204" pitchFamily="34" charset="0"/>
              </a:rPr>
              <a:t>තමාට</a:t>
            </a:r>
            <a:r>
              <a:rPr lang="en-US" sz="2800" dirty="0">
                <a:latin typeface="Calibri" panose="020F0502020204030204" pitchFamily="34" charset="0"/>
                <a:ea typeface="Calibri" panose="020F0502020204030204" pitchFamily="34" charset="0"/>
                <a:cs typeface="Iskoola Pota" panose="02010503010101010104" pitchFamily="2" charset="0"/>
              </a:rPr>
              <a:t>, </a:t>
            </a:r>
            <a:r>
              <a:rPr lang="si-LK" sz="2800" dirty="0">
                <a:latin typeface="Calibri" panose="020F0502020204030204" pitchFamily="34" charset="0"/>
                <a:ea typeface="Calibri" panose="020F0502020204030204" pitchFamily="34" charset="0"/>
              </a:rPr>
              <a:t>කණ්ඩායමට හෝ රෝගියාට</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
        <p:nvSpPr>
          <p:cNvPr id="6" name="Rectangle 5"/>
          <p:cNvSpPr/>
          <p:nvPr/>
        </p:nvSpPr>
        <p:spPr>
          <a:xfrm>
            <a:off x="1253066" y="961602"/>
            <a:ext cx="3855543" cy="718530"/>
          </a:xfrm>
          <a:prstGeom prst="rect">
            <a:avLst/>
          </a:prstGeom>
        </p:spPr>
        <p:txBody>
          <a:bodyPr wrap="none">
            <a:spAutoFit/>
          </a:bodyPr>
          <a:lstStyle/>
          <a:p>
            <a:pPr>
              <a:lnSpc>
                <a:spcPct val="107000"/>
              </a:lnSpc>
            </a:pPr>
            <a:r>
              <a:rPr lang="si-LK" sz="4000" b="1" dirty="0">
                <a:latin typeface="Calibri" panose="020F0502020204030204" pitchFamily="34" charset="0"/>
                <a:ea typeface="Calibri" panose="020F0502020204030204" pitchFamily="34" charset="0"/>
              </a:rPr>
              <a:t>ආරක්ෂිත අභ්‍යාසය</a:t>
            </a:r>
            <a:endParaRPr lang="en-US" sz="4000" b="1"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3990493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761067" y="740229"/>
            <a:ext cx="6096000" cy="5624488"/>
          </a:xfrm>
          <a:prstGeom prst="rect">
            <a:avLst/>
          </a:prstGeom>
        </p:spPr>
        <p:txBody>
          <a:bodyPr>
            <a:spAutoFit/>
          </a:bodyPr>
          <a:lstStyle/>
          <a:p>
            <a:pPr>
              <a:lnSpc>
                <a:spcPct val="107000"/>
              </a:lnSpc>
            </a:pPr>
            <a:r>
              <a:rPr lang="en-US" sz="2800" dirty="0" smtClean="0">
                <a:latin typeface="Calibri" panose="020F0502020204030204" pitchFamily="34" charset="0"/>
                <a:ea typeface="Calibri" panose="020F0502020204030204" pitchFamily="34" charset="0"/>
                <a:cs typeface="Iskoola Pota" panose="02010503010101010104" pitchFamily="2" charset="0"/>
              </a:rPr>
              <a:t>-</a:t>
            </a:r>
            <a:r>
              <a:rPr lang="si-LK" sz="2800" dirty="0" smtClean="0">
                <a:latin typeface="Calibri" panose="020F0502020204030204" pitchFamily="34" charset="0"/>
                <a:ea typeface="Calibri" panose="020F0502020204030204" pitchFamily="34" charset="0"/>
                <a:cs typeface="Iskoola Pota" panose="02010503010101010104" pitchFamily="2" charset="0"/>
              </a:rPr>
              <a:t> </a:t>
            </a:r>
            <a:r>
              <a:rPr lang="si-LK" sz="2800" dirty="0" smtClean="0">
                <a:latin typeface="Calibri" panose="020F0502020204030204" pitchFamily="34" charset="0"/>
                <a:ea typeface="Calibri" panose="020F0502020204030204" pitchFamily="34" charset="0"/>
              </a:rPr>
              <a:t>ම</a:t>
            </a:r>
            <a:r>
              <a:rPr lang="si-LK" sz="2800" dirty="0">
                <a:latin typeface="Calibri" panose="020F0502020204030204" pitchFamily="34" charset="0"/>
                <a:ea typeface="Calibri" panose="020F0502020204030204" pitchFamily="34" charset="0"/>
              </a:rPr>
              <a:t>ිනිසුන්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වින්දිතයින්: ශරීරයෙන් තරල ගැලිම - රුධිර වහනය - ශරීර අපද්‍රව්‍ය තිබීම</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ජන සමූහයා: කලකිරීම - කෝපය - දර්ශනයට (තත්වයට) සම්බන්ධ වීම</a:t>
            </a:r>
            <a:endParaRPr lang="en-US"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en-US" sz="2800" dirty="0" smtClean="0">
                <a:latin typeface="Calibri" panose="020F0502020204030204" pitchFamily="34" charset="0"/>
                <a:ea typeface="Calibri" panose="020F0502020204030204" pitchFamily="34" charset="0"/>
                <a:cs typeface="Iskoola Pota" panose="02010503010101010104" pitchFamily="2" charset="0"/>
              </a:rPr>
              <a:t>-</a:t>
            </a:r>
            <a:r>
              <a:rPr lang="si-LK" sz="2800" dirty="0" smtClean="0">
                <a:latin typeface="Calibri" panose="020F0502020204030204" pitchFamily="34" charset="0"/>
                <a:ea typeface="Calibri" panose="020F0502020204030204" pitchFamily="34" charset="0"/>
                <a:cs typeface="Iskoola Pota" panose="02010503010101010104" pitchFamily="2" charset="0"/>
              </a:rPr>
              <a:t> </a:t>
            </a:r>
            <a:r>
              <a:rPr lang="si-LK" sz="2800" dirty="0" smtClean="0">
                <a:latin typeface="Calibri" panose="020F0502020204030204" pitchFamily="34" charset="0"/>
                <a:ea typeface="Calibri" panose="020F0502020204030204" pitchFamily="34" charset="0"/>
              </a:rPr>
              <a:t>පර</a:t>
            </a:r>
            <a:r>
              <a:rPr lang="si-LK" sz="2800" dirty="0">
                <a:latin typeface="Calibri" panose="020F0502020204030204" pitchFamily="34" charset="0"/>
                <a:ea typeface="Calibri" panose="020F0502020204030204" pitchFamily="34" charset="0"/>
              </a:rPr>
              <a:t>ිසරය:</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සජීවී උපයෝගිතා: ගෑස්</a:t>
            </a:r>
            <a:r>
              <a:rPr lang="en-US" dirty="0">
                <a:latin typeface="Calibri" panose="020F0502020204030204" pitchFamily="34" charset="0"/>
                <a:ea typeface="Calibri" panose="020F0502020204030204" pitchFamily="34" charset="0"/>
                <a:cs typeface="Iskoola Pota" panose="02010503010101010104" pitchFamily="2" charset="0"/>
              </a:rPr>
              <a:t>; </a:t>
            </a:r>
            <a:r>
              <a:rPr lang="si-LK" dirty="0">
                <a:latin typeface="Calibri" panose="020F0502020204030204" pitchFamily="34" charset="0"/>
                <a:ea typeface="Calibri" panose="020F0502020204030204" pitchFamily="34" charset="0"/>
              </a:rPr>
              <a:t>විදුලිය</a:t>
            </a:r>
            <a:r>
              <a:rPr lang="en-US" dirty="0">
                <a:latin typeface="Calibri" panose="020F0502020204030204" pitchFamily="34" charset="0"/>
                <a:ea typeface="Calibri" panose="020F0502020204030204" pitchFamily="34" charset="0"/>
                <a:cs typeface="Iskoola Pota" panose="02010503010101010104" pitchFamily="2" charset="0"/>
              </a:rPr>
              <a:t>, </a:t>
            </a:r>
            <a:r>
              <a:rPr lang="si-LK" dirty="0">
                <a:latin typeface="Calibri" panose="020F0502020204030204" pitchFamily="34" charset="0"/>
                <a:ea typeface="Calibri" panose="020F0502020204030204" pitchFamily="34" charset="0"/>
              </a:rPr>
              <a:t>ජල සැපයුම්</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අස්ථායී පෘෂ්ඨයන්: වන සුන්බුන් චලනය</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තියුණු වස්තූන්: සුන්බුන් - වීදුරු</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දෙවනුව බිඳවැටීම</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හිසට උඩින් ඇතිවිය හැකි අනතුරු: එල්ලෙන ස්ලැබ් - වයර් වීදුරු </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බර යන්ත්‍රෝපකරණ: ගලවා ගැනීමේ උපකරණ , දොඹකර</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විකිරණ: හානියට පත් වු වෛද්‍ය පහසුකම්</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අපරාධ ස්ථානය: ත්‍රස්තවාදී ප්‍රහාරය  - ද්විතියික ප්‍රහාරය</a:t>
            </a:r>
            <a:endParaRPr lang="en-US"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en-US" sz="2800" dirty="0" smtClean="0">
                <a:latin typeface="Calibri" panose="020F0502020204030204" pitchFamily="34" charset="0"/>
                <a:ea typeface="Calibri" panose="020F0502020204030204" pitchFamily="34" charset="0"/>
                <a:cs typeface="Iskoola Pota" panose="02010503010101010104" pitchFamily="2" charset="0"/>
              </a:rPr>
              <a:t>-</a:t>
            </a:r>
            <a:r>
              <a:rPr lang="si-LK" sz="2800" dirty="0" smtClean="0">
                <a:latin typeface="Calibri" panose="020F0502020204030204" pitchFamily="34" charset="0"/>
                <a:ea typeface="Calibri" panose="020F0502020204030204" pitchFamily="34" charset="0"/>
                <a:cs typeface="Iskoola Pota" panose="02010503010101010104" pitchFamily="2" charset="0"/>
              </a:rPr>
              <a:t> </a:t>
            </a:r>
            <a:r>
              <a:rPr lang="si-LK" sz="2800" dirty="0" smtClean="0">
                <a:latin typeface="Calibri" panose="020F0502020204030204" pitchFamily="34" charset="0"/>
                <a:ea typeface="Calibri" panose="020F0502020204030204" pitchFamily="34" charset="0"/>
              </a:rPr>
              <a:t>ස</a:t>
            </a:r>
            <a:r>
              <a:rPr lang="si-LK" sz="2800" dirty="0">
                <a:latin typeface="Calibri" panose="020F0502020204030204" pitchFamily="34" charset="0"/>
                <a:ea typeface="Calibri" panose="020F0502020204030204" pitchFamily="34" charset="0"/>
              </a:rPr>
              <a:t>්වාභාවික:</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පසු කම්පන</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කාලගුණය</a:t>
            </a:r>
            <a:endParaRPr lang="en-US"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3072831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761067" y="740229"/>
            <a:ext cx="6096000" cy="375552"/>
          </a:xfrm>
          <a:prstGeom prst="rect">
            <a:avLst/>
          </a:prstGeom>
        </p:spPr>
        <p:txBody>
          <a:bodyPr>
            <a:spAutoFit/>
          </a:bodyPr>
          <a:lstStyle/>
          <a:p>
            <a:pPr>
              <a:lnSpc>
                <a:spcPct val="107000"/>
              </a:lnSpc>
            </a:pPr>
            <a:endParaRPr lang="en-US" dirty="0">
              <a:effectLst/>
              <a:latin typeface="Calibri" panose="020F0502020204030204" pitchFamily="34" charset="0"/>
              <a:ea typeface="Calibri" panose="020F0502020204030204" pitchFamily="34" charset="0"/>
              <a:cs typeface="Iskoola Pota" panose="02010503010101010104" pitchFamily="2" charset="0"/>
            </a:endParaRPr>
          </a:p>
        </p:txBody>
      </p:sp>
      <p:sp>
        <p:nvSpPr>
          <p:cNvPr id="2" name="Rectangle 1"/>
          <p:cNvSpPr/>
          <p:nvPr/>
        </p:nvSpPr>
        <p:spPr>
          <a:xfrm>
            <a:off x="1253067" y="928005"/>
            <a:ext cx="7676444" cy="4472186"/>
          </a:xfrm>
          <a:prstGeom prst="rect">
            <a:avLst/>
          </a:prstGeom>
        </p:spPr>
        <p:txBody>
          <a:bodyPr wrap="square">
            <a:spAutoFit/>
          </a:bodyPr>
          <a:lstStyle/>
          <a:p>
            <a:pPr>
              <a:lnSpc>
                <a:spcPct val="107000"/>
              </a:lnSpc>
            </a:pPr>
            <a:r>
              <a:rPr lang="si-LK" sz="2400" b="1" dirty="0">
                <a:latin typeface="Calibri" panose="020F0502020204030204" pitchFamily="34" charset="0"/>
                <a:ea typeface="Calibri" panose="020F0502020204030204" pitchFamily="34" charset="0"/>
              </a:rPr>
              <a:t>(පළමු) ප්‍රමුඛතාවය - පුද්ගලික ආරක්ෂාව</a:t>
            </a:r>
            <a:endParaRPr lang="en-US" sz="2400" b="1"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en-US" sz="2000" dirty="0">
                <a:latin typeface="Calibri" panose="020F0502020204030204" pitchFamily="34" charset="0"/>
                <a:ea typeface="Calibri" panose="020F0502020204030204" pitchFamily="34" charset="0"/>
                <a:cs typeface="Iskoola Pota" panose="02010503010101010104" pitchFamily="2" charset="0"/>
              </a:rPr>
              <a:t>  - </a:t>
            </a:r>
            <a:r>
              <a:rPr lang="si-LK" sz="2000" dirty="0">
                <a:latin typeface="Calibri" panose="020F0502020204030204" pitchFamily="34" charset="0"/>
                <a:ea typeface="Calibri" panose="020F0502020204030204" pitchFamily="34" charset="0"/>
              </a:rPr>
              <a:t>තත්ත්‍ව පිළිබඳ දැනුවත්භාවය - මට රිදවිය හැක්කේ කෙසේද</a:t>
            </a:r>
            <a:r>
              <a:rPr lang="en-US" sz="2000" dirty="0">
                <a:latin typeface="Calibri" panose="020F0502020204030204" pitchFamily="34" charset="0"/>
                <a:ea typeface="Calibri" panose="020F0502020204030204" pitchFamily="34" charset="0"/>
                <a:cs typeface="Iskoola Pota" panose="02010503010101010104" pitchFamily="2" charset="0"/>
              </a:rPr>
              <a:t>?</a:t>
            </a:r>
          </a:p>
          <a:p>
            <a:pPr>
              <a:lnSpc>
                <a:spcPct val="107000"/>
              </a:lnSpc>
            </a:pPr>
            <a:r>
              <a:rPr lang="en-US" sz="2000" dirty="0">
                <a:latin typeface="Calibri" panose="020F0502020204030204" pitchFamily="34" charset="0"/>
                <a:ea typeface="Calibri" panose="020F0502020204030204" pitchFamily="34" charset="0"/>
                <a:cs typeface="Iskoola Pota" panose="02010503010101010104" pitchFamily="2" charset="0"/>
              </a:rPr>
              <a:t>  -  </a:t>
            </a:r>
            <a:r>
              <a:rPr lang="si-LK" sz="2000" dirty="0">
                <a:latin typeface="Calibri" panose="020F0502020204030204" pitchFamily="34" charset="0"/>
                <a:ea typeface="Calibri" panose="020F0502020204030204" pitchFamily="34" charset="0"/>
              </a:rPr>
              <a:t>පුද්ගලික ආරක්ෂක උපකරණ (</a:t>
            </a:r>
            <a:r>
              <a:rPr lang="en-US" sz="2000" dirty="0">
                <a:latin typeface="Calibri" panose="020F0502020204030204" pitchFamily="34" charset="0"/>
                <a:ea typeface="Calibri" panose="020F0502020204030204" pitchFamily="34" charset="0"/>
                <a:cs typeface="Iskoola Pota" panose="02010503010101010104" pitchFamily="2" charset="0"/>
              </a:rPr>
              <a:t>PPE):</a:t>
            </a: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හිස්වැසුම්</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අක්ෂි ආරක්ෂක උපකරණ</a:t>
            </a:r>
            <a:endParaRPr lang="en-US"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dirty="0">
                <a:latin typeface="Calibri" panose="020F0502020204030204" pitchFamily="34" charset="0"/>
                <a:ea typeface="Calibri" panose="020F0502020204030204" pitchFamily="34" charset="0"/>
              </a:rPr>
              <a:t>අත්වැසුම්</a:t>
            </a:r>
            <a:endParaRPr lang="en-US"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si-LK" sz="2400" b="1" dirty="0">
                <a:latin typeface="Calibri" panose="020F0502020204030204" pitchFamily="34" charset="0"/>
                <a:ea typeface="Calibri" panose="020F0502020204030204" pitchFamily="34" charset="0"/>
              </a:rPr>
              <a:t>(දෙවන) ප්‍රමුඛතාවය-කණ්ඩායම් ආරක්ෂාව</a:t>
            </a:r>
            <a:endParaRPr lang="en-US" sz="2400" b="1"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Calibri" panose="020F0502020204030204" pitchFamily="34" charset="0"/>
              <a:buChar char="-"/>
            </a:pPr>
            <a:r>
              <a:rPr lang="si-LK" sz="2000" dirty="0">
                <a:latin typeface="Calibri" panose="020F0502020204030204" pitchFamily="34" charset="0"/>
                <a:ea typeface="Calibri" panose="020F0502020204030204" pitchFamily="34" charset="0"/>
              </a:rPr>
              <a:t>තත්වය පිළිබඳ දැනුවත්භාවය - ඔවුන්ට හානියක් විය හැක්කේ කෙසේද</a:t>
            </a:r>
            <a:r>
              <a:rPr lang="en-US" sz="2000" dirty="0">
                <a:latin typeface="Calibri" panose="020F0502020204030204" pitchFamily="34" charset="0"/>
                <a:ea typeface="Calibri" panose="020F0502020204030204" pitchFamily="34" charset="0"/>
                <a:cs typeface="Iskoola Pota" panose="02010503010101010104" pitchFamily="2" charset="0"/>
              </a:rPr>
              <a:t>?</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0"/>
              </a:spcAft>
              <a:buFont typeface="Calibri" panose="020F0502020204030204" pitchFamily="34" charset="0"/>
              <a:buChar char="-"/>
            </a:pPr>
            <a:r>
              <a:rPr lang="en-US" sz="2000" dirty="0">
                <a:latin typeface="Calibri" panose="020F0502020204030204" pitchFamily="34" charset="0"/>
                <a:ea typeface="Calibri" panose="020F0502020204030204" pitchFamily="34" charset="0"/>
                <a:cs typeface="Iskoola Pota" panose="02010503010101010104" pitchFamily="2" charset="0"/>
              </a:rPr>
              <a:t>PPE: </a:t>
            </a:r>
            <a:r>
              <a:rPr lang="si-LK" sz="2000" dirty="0">
                <a:latin typeface="Calibri" panose="020F0502020204030204" pitchFamily="34" charset="0"/>
                <a:ea typeface="Calibri" panose="020F0502020204030204" pitchFamily="34" charset="0"/>
              </a:rPr>
              <a:t>ඔවුන් ඔවුන්ගේ </a:t>
            </a:r>
            <a:r>
              <a:rPr lang="en-US" sz="2000" dirty="0">
                <a:latin typeface="Calibri" panose="020F0502020204030204" pitchFamily="34" charset="0"/>
                <a:ea typeface="Calibri" panose="020F0502020204030204" pitchFamily="34" charset="0"/>
                <a:cs typeface="Iskoola Pota" panose="02010503010101010104" pitchFamily="2" charset="0"/>
              </a:rPr>
              <a:t>PPE </a:t>
            </a:r>
            <a:r>
              <a:rPr lang="si-LK" sz="2000" dirty="0">
                <a:latin typeface="Calibri" panose="020F0502020204030204" pitchFamily="34" charset="0"/>
                <a:ea typeface="Calibri" panose="020F0502020204030204" pitchFamily="34" charset="0"/>
              </a:rPr>
              <a:t>භාවිතා කරන බවට වග බලා ගන්න</a:t>
            </a:r>
            <a:endParaRPr lang="en-US" sz="2000" dirty="0">
              <a:latin typeface="Calibri" panose="020F0502020204030204" pitchFamily="34" charset="0"/>
              <a:ea typeface="Calibri" panose="020F0502020204030204" pitchFamily="34" charset="0"/>
              <a:cs typeface="Calibri" panose="020F0502020204030204" pitchFamily="34" charset="0"/>
            </a:endParaRPr>
          </a:p>
          <a:p>
            <a:pPr>
              <a:lnSpc>
                <a:spcPct val="107000"/>
              </a:lnSpc>
            </a:pPr>
            <a:r>
              <a:rPr lang="si-LK" sz="2400" b="1" dirty="0">
                <a:latin typeface="Calibri" panose="020F0502020204030204" pitchFamily="34" charset="0"/>
                <a:ea typeface="Calibri" panose="020F0502020204030204" pitchFamily="34" charset="0"/>
              </a:rPr>
              <a:t>(තෙවන) ප්‍රමුඛතාවය-රෝගී ආරක්ෂාව</a:t>
            </a:r>
            <a:endParaRPr lang="en-US" sz="2400" b="1"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tabLst>
                <a:tab pos="228600" algn="l"/>
              </a:tabLst>
            </a:pPr>
            <a:r>
              <a:rPr lang="si-LK" dirty="0">
                <a:latin typeface="Calibri" panose="020F0502020204030204" pitchFamily="34" charset="0"/>
                <a:ea typeface="Calibri" panose="020F0502020204030204" pitchFamily="34" charset="0"/>
              </a:rPr>
              <a:t>	</a:t>
            </a:r>
            <a:r>
              <a:rPr lang="en-US" sz="2000" dirty="0">
                <a:latin typeface="Calibri" panose="020F0502020204030204" pitchFamily="34" charset="0"/>
                <a:ea typeface="Calibri" panose="020F0502020204030204" pitchFamily="34" charset="0"/>
                <a:cs typeface="Iskoola Pota" panose="02010503010101010104" pitchFamily="2" charset="0"/>
              </a:rPr>
              <a:t>- </a:t>
            </a:r>
            <a:r>
              <a:rPr lang="si-LK" sz="2000" dirty="0">
                <a:latin typeface="Calibri" panose="020F0502020204030204" pitchFamily="34" charset="0"/>
                <a:ea typeface="Calibri" panose="020F0502020204030204" pitchFamily="34" charset="0"/>
              </a:rPr>
              <a:t>තත්වය වඩාත් නරක අතට හැරිය හැක්කේ කෙසේද?</a:t>
            </a:r>
            <a:endParaRPr lang="en-US" sz="2000"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tabLst>
                <a:tab pos="228600" algn="l"/>
              </a:tabLst>
            </a:pPr>
            <a:r>
              <a:rPr lang="si-LK" sz="2000" dirty="0">
                <a:latin typeface="Calibri" panose="020F0502020204030204" pitchFamily="34" charset="0"/>
                <a:ea typeface="Calibri" panose="020F0502020204030204" pitchFamily="34" charset="0"/>
              </a:rPr>
              <a:t>	</a:t>
            </a:r>
            <a:r>
              <a:rPr lang="en-US" sz="2000" dirty="0">
                <a:latin typeface="Calibri" panose="020F0502020204030204" pitchFamily="34" charset="0"/>
                <a:ea typeface="Calibri" panose="020F0502020204030204" pitchFamily="34" charset="0"/>
                <a:cs typeface="Iskoola Pota" panose="02010503010101010104" pitchFamily="2" charset="0"/>
              </a:rPr>
              <a:t>- </a:t>
            </a:r>
            <a:r>
              <a:rPr lang="si-LK" sz="2000" dirty="0">
                <a:latin typeface="Calibri" panose="020F0502020204030204" pitchFamily="34" charset="0"/>
                <a:ea typeface="Calibri" panose="020F0502020204030204" pitchFamily="34" charset="0"/>
              </a:rPr>
              <a:t>ඔවුන් කොපමණ ඉක්මනින් මාරු කළ යුතුද</a:t>
            </a:r>
            <a:r>
              <a:rPr lang="en-US" sz="2000" dirty="0">
                <a:latin typeface="Calibri" panose="020F0502020204030204" pitchFamily="34" charset="0"/>
                <a:ea typeface="Calibri" panose="020F0502020204030204" pitchFamily="34" charset="0"/>
                <a:cs typeface="Iskoola Pota" panose="02010503010101010104" pitchFamily="2" charset="0"/>
              </a:rPr>
              <a:t>?</a:t>
            </a:r>
          </a:p>
          <a:p>
            <a:pPr>
              <a:lnSpc>
                <a:spcPct val="107000"/>
              </a:lnSpc>
              <a:tabLst>
                <a:tab pos="228600" algn="l"/>
              </a:tabLst>
            </a:pPr>
            <a:r>
              <a:rPr lang="si-LK" sz="2000" dirty="0">
                <a:latin typeface="Calibri" panose="020F0502020204030204" pitchFamily="34" charset="0"/>
                <a:ea typeface="Calibri" panose="020F0502020204030204" pitchFamily="34" charset="0"/>
              </a:rPr>
              <a:t>	</a:t>
            </a:r>
            <a:r>
              <a:rPr lang="en-US" sz="2000" dirty="0">
                <a:latin typeface="Calibri" panose="020F0502020204030204" pitchFamily="34" charset="0"/>
                <a:ea typeface="Calibri" panose="020F0502020204030204" pitchFamily="34" charset="0"/>
                <a:cs typeface="Iskoola Pota" panose="02010503010101010104" pitchFamily="2" charset="0"/>
              </a:rPr>
              <a:t>- </a:t>
            </a:r>
            <a:r>
              <a:rPr lang="si-LK" sz="2000" dirty="0">
                <a:latin typeface="Calibri" panose="020F0502020204030204" pitchFamily="34" charset="0"/>
                <a:ea typeface="Calibri" panose="020F0502020204030204" pitchFamily="34" charset="0"/>
              </a:rPr>
              <a:t>හැකිතාක් දුරට රෝගියා ආරක්ෂා කරන්න</a:t>
            </a:r>
            <a:endParaRPr lang="en-US" sz="20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201732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761067" y="740229"/>
            <a:ext cx="6096000" cy="375552"/>
          </a:xfrm>
          <a:prstGeom prst="rect">
            <a:avLst/>
          </a:prstGeom>
        </p:spPr>
        <p:txBody>
          <a:bodyPr>
            <a:spAutoFit/>
          </a:bodyPr>
          <a:lstStyle/>
          <a:p>
            <a:pPr>
              <a:lnSpc>
                <a:spcPct val="107000"/>
              </a:lnSpc>
            </a:pPr>
            <a:endParaRPr lang="en-US" dirty="0">
              <a:effectLst/>
              <a:latin typeface="Calibri" panose="020F0502020204030204" pitchFamily="34" charset="0"/>
              <a:ea typeface="Calibri" panose="020F0502020204030204" pitchFamily="34" charset="0"/>
              <a:cs typeface="Iskoola Pota" panose="02010503010101010104" pitchFamily="2" charset="0"/>
            </a:endParaRPr>
          </a:p>
        </p:txBody>
      </p:sp>
      <p:sp>
        <p:nvSpPr>
          <p:cNvPr id="7" name="Rectangle 6"/>
          <p:cNvSpPr/>
          <p:nvPr/>
        </p:nvSpPr>
        <p:spPr>
          <a:xfrm>
            <a:off x="508000" y="1343933"/>
            <a:ext cx="9268178" cy="3780587"/>
          </a:xfrm>
          <a:prstGeom prst="rect">
            <a:avLst/>
          </a:prstGeom>
        </p:spPr>
        <p:txBody>
          <a:bodyPr wrap="square">
            <a:spAutoFit/>
          </a:bodyPr>
          <a:lstStyle/>
          <a:p>
            <a:pPr>
              <a:lnSpc>
                <a:spcPct val="107000"/>
              </a:lnSpc>
            </a:pPr>
            <a:r>
              <a:rPr lang="si-LK" sz="2800" b="1" dirty="0">
                <a:latin typeface="Calibri" panose="020F0502020204030204" pitchFamily="34" charset="0"/>
                <a:ea typeface="Calibri" panose="020F0502020204030204" pitchFamily="34" charset="0"/>
              </a:rPr>
              <a:t>පහත සඳහන් දෑ ඔබට</a:t>
            </a:r>
            <a:r>
              <a:rPr lang="en-US" sz="2800" b="1" dirty="0">
                <a:latin typeface="Calibri" panose="020F0502020204030204" pitchFamily="34" charset="0"/>
                <a:ea typeface="Calibri" panose="020F0502020204030204" pitchFamily="34" charset="0"/>
                <a:cs typeface="Iskoola Pota" panose="02010503010101010104" pitchFamily="2" charset="0"/>
              </a:rPr>
              <a:t>, </a:t>
            </a:r>
            <a:r>
              <a:rPr lang="si-LK" sz="2800" b="1" dirty="0">
                <a:latin typeface="Calibri" panose="020F0502020204030204" pitchFamily="34" charset="0"/>
                <a:ea typeface="Calibri" panose="020F0502020204030204" pitchFamily="34" charset="0"/>
              </a:rPr>
              <a:t>ඔබේ කණ්ඩායමට සහ රෝගියාට බලපාන ආකාරය සලකා බලන්න:</a:t>
            </a:r>
            <a:endParaRPr lang="en-US" sz="2800" b="1"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දවසේ වේලාව: කාර්යබහුලත්වයට එදිරිව නිහඬතාවය</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කාලගුණය: උදා: සුළං දිශාව - ගෑස් කාන්දු වීම</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දෘශ්‍යතාව:</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800100" lvl="1" indent="288925">
              <a:lnSpc>
                <a:spcPct val="107000"/>
              </a:lnSpc>
              <a:buFont typeface="Calibri" panose="020F0502020204030204" pitchFamily="34" charset="0"/>
              <a:buChar char="-"/>
            </a:pPr>
            <a:r>
              <a:rPr lang="si-LK" sz="2400" dirty="0">
                <a:latin typeface="Calibri" panose="020F0502020204030204" pitchFamily="34" charset="0"/>
                <a:ea typeface="Calibri" panose="020F0502020204030204" pitchFamily="34" charset="0"/>
              </a:rPr>
              <a:t>ආලෝකය / අඳුරු බව</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800100" lvl="1" indent="-4763">
              <a:lnSpc>
                <a:spcPct val="107000"/>
              </a:lnSpc>
              <a:buFont typeface="Calibri" panose="020F0502020204030204" pitchFamily="34" charset="0"/>
              <a:buChar char="-"/>
            </a:pPr>
            <a:r>
              <a:rPr lang="en-US" sz="2400" dirty="0" smtClean="0">
                <a:latin typeface="Calibri" panose="020F0502020204030204" pitchFamily="34" charset="0"/>
                <a:ea typeface="Calibri" panose="020F0502020204030204" pitchFamily="34" charset="0"/>
              </a:rPr>
              <a:t>   </a:t>
            </a:r>
            <a:r>
              <a:rPr lang="si-LK" sz="2400" dirty="0" smtClean="0">
                <a:latin typeface="Calibri" panose="020F0502020204030204" pitchFamily="34" charset="0"/>
                <a:ea typeface="Calibri" panose="020F0502020204030204" pitchFamily="34" charset="0"/>
              </a:rPr>
              <a:t>ද</a:t>
            </a:r>
            <a:r>
              <a:rPr lang="si-LK" sz="2400" dirty="0">
                <a:latin typeface="Calibri" panose="020F0502020204030204" pitchFamily="34" charset="0"/>
                <a:ea typeface="Calibri" panose="020F0502020204030204" pitchFamily="34" charset="0"/>
              </a:rPr>
              <a:t>ුම්</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800100" lvl="1" indent="-4763">
              <a:lnSpc>
                <a:spcPct val="107000"/>
              </a:lnSpc>
              <a:buFont typeface="Calibri" panose="020F0502020204030204" pitchFamily="34" charset="0"/>
              <a:buChar char="-"/>
            </a:pPr>
            <a:r>
              <a:rPr lang="en-US" sz="2400" dirty="0" smtClean="0">
                <a:latin typeface="Calibri" panose="020F0502020204030204" pitchFamily="34" charset="0"/>
                <a:ea typeface="Calibri" panose="020F0502020204030204" pitchFamily="34" charset="0"/>
              </a:rPr>
              <a:t>   </a:t>
            </a:r>
            <a:r>
              <a:rPr lang="si-LK" sz="2400" dirty="0" smtClean="0">
                <a:latin typeface="Calibri" panose="020F0502020204030204" pitchFamily="34" charset="0"/>
                <a:ea typeface="Calibri" panose="020F0502020204030204" pitchFamily="34" charset="0"/>
              </a:rPr>
              <a:t>ද</a:t>
            </a:r>
            <a:r>
              <a:rPr lang="si-LK" sz="2400" dirty="0">
                <a:latin typeface="Calibri" panose="020F0502020204030204" pitchFamily="34" charset="0"/>
                <a:ea typeface="Calibri" panose="020F0502020204030204" pitchFamily="34" charset="0"/>
              </a:rPr>
              <a:t>ුවිලි</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ප්‍රවේශ මාර්ග: හදිසි පිටවීම සදහා</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417410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761067" y="740229"/>
            <a:ext cx="6096000" cy="375552"/>
          </a:xfrm>
          <a:prstGeom prst="rect">
            <a:avLst/>
          </a:prstGeom>
        </p:spPr>
        <p:txBody>
          <a:bodyPr>
            <a:spAutoFit/>
          </a:bodyPr>
          <a:lstStyle/>
          <a:p>
            <a:pPr>
              <a:lnSpc>
                <a:spcPct val="107000"/>
              </a:lnSpc>
            </a:pPr>
            <a:endParaRPr lang="en-US" dirty="0">
              <a:effectLst/>
              <a:latin typeface="Calibri" panose="020F0502020204030204" pitchFamily="34" charset="0"/>
              <a:ea typeface="Calibri" panose="020F0502020204030204" pitchFamily="34" charset="0"/>
              <a:cs typeface="Iskoola Pota" panose="02010503010101010104" pitchFamily="2" charset="0"/>
            </a:endParaRPr>
          </a:p>
        </p:txBody>
      </p:sp>
      <p:sp>
        <p:nvSpPr>
          <p:cNvPr id="2" name="Rectangle 1"/>
          <p:cNvSpPr/>
          <p:nvPr/>
        </p:nvSpPr>
        <p:spPr>
          <a:xfrm>
            <a:off x="824087" y="1343933"/>
            <a:ext cx="10588979" cy="3517117"/>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2800" b="1" dirty="0">
                <a:latin typeface="Calibri" panose="020F0502020204030204" pitchFamily="34" charset="0"/>
                <a:ea typeface="Calibri" panose="020F0502020204030204" pitchFamily="34" charset="0"/>
              </a:rPr>
              <a:t>ඔබ දර්ශනයට ඇතුළු වීමට පෙර ඔබේ </a:t>
            </a:r>
            <a:r>
              <a:rPr lang="en-US" sz="2800" b="1" dirty="0">
                <a:latin typeface="Calibri" panose="020F0502020204030204" pitchFamily="34" charset="0"/>
                <a:ea typeface="Calibri" panose="020F0502020204030204" pitchFamily="34" charset="0"/>
                <a:cs typeface="Iskoola Pota" panose="02010503010101010104" pitchFamily="2" charset="0"/>
              </a:rPr>
              <a:t>PPE </a:t>
            </a:r>
            <a:r>
              <a:rPr lang="si-LK" sz="2800" b="1" dirty="0">
                <a:latin typeface="Calibri" panose="020F0502020204030204" pitchFamily="34" charset="0"/>
                <a:ea typeface="Calibri" panose="020F0502020204030204" pitchFamily="34" charset="0"/>
              </a:rPr>
              <a:t>පැළඳ ගන්න</a:t>
            </a:r>
            <a:r>
              <a:rPr lang="si-LK" sz="2800" b="1" dirty="0" smtClean="0">
                <a:latin typeface="Calibri" panose="020F0502020204030204" pitchFamily="34" charset="0"/>
                <a:ea typeface="Calibri" panose="020F0502020204030204" pitchFamily="34" charset="0"/>
              </a:rPr>
              <a:t>:</a:t>
            </a:r>
            <a:endParaRPr lang="en-US" sz="2800" b="1" dirty="0" smtClean="0">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endParaRPr lang="en-US" sz="2800" b="1" dirty="0" smtClean="0">
              <a:latin typeface="Calibri" panose="020F0502020204030204" pitchFamily="34" charset="0"/>
              <a:ea typeface="Calibri" panose="020F0502020204030204" pitchFamily="34" charset="0"/>
            </a:endParaRPr>
          </a:p>
          <a:p>
            <a:pPr marL="342900" marR="0" lvl="0" indent="233363">
              <a:lnSpc>
                <a:spcPct val="107000"/>
              </a:lnSpc>
              <a:spcBef>
                <a:spcPts val="0"/>
              </a:spcBef>
              <a:spcAft>
                <a:spcPts val="0"/>
              </a:spcAft>
              <a:buFont typeface="Calibri" panose="020F0502020204030204" pitchFamily="34" charset="0"/>
              <a:buChar char="-"/>
            </a:pPr>
            <a:r>
              <a:rPr lang="si-LK" sz="2000" dirty="0" smtClean="0">
                <a:latin typeface="Calibri" panose="020F0502020204030204" pitchFamily="34" charset="0"/>
                <a:ea typeface="Calibri" panose="020F0502020204030204" pitchFamily="34" charset="0"/>
              </a:rPr>
              <a:t>හ</a:t>
            </a:r>
            <a:r>
              <a:rPr lang="si-LK" sz="2000" dirty="0">
                <a:latin typeface="Calibri" panose="020F0502020204030204" pitchFamily="34" charset="0"/>
                <a:ea typeface="Calibri" panose="020F0502020204030204" pitchFamily="34" charset="0"/>
              </a:rPr>
              <a:t>ිස්වැසුම්</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marR="0" lvl="0" indent="233363">
              <a:lnSpc>
                <a:spcPct val="107000"/>
              </a:lnSpc>
              <a:spcBef>
                <a:spcPts val="0"/>
              </a:spcBef>
              <a:spcAft>
                <a:spcPts val="0"/>
              </a:spcAft>
              <a:buFont typeface="Calibri" panose="020F0502020204030204" pitchFamily="34" charset="0"/>
              <a:buChar char="-"/>
            </a:pPr>
            <a:r>
              <a:rPr lang="si-LK" sz="2000" dirty="0" smtClean="0">
                <a:latin typeface="Calibri" panose="020F0502020204030204" pitchFamily="34" charset="0"/>
                <a:ea typeface="Calibri" panose="020F0502020204030204" pitchFamily="34" charset="0"/>
              </a:rPr>
              <a:t>ඇස</a:t>
            </a:r>
            <a:r>
              <a:rPr lang="si-LK" sz="2000" dirty="0">
                <a:latin typeface="Calibri" panose="020F0502020204030204" pitchFamily="34" charset="0"/>
                <a:ea typeface="Calibri" panose="020F0502020204030204" pitchFamily="34" charset="0"/>
              </a:rPr>
              <a:t>් ආවරණ</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38138" marR="0" lvl="0" indent="233363">
              <a:lnSpc>
                <a:spcPct val="107000"/>
              </a:lnSpc>
              <a:spcBef>
                <a:spcPts val="0"/>
              </a:spcBef>
              <a:spcAft>
                <a:spcPts val="0"/>
              </a:spcAft>
              <a:buFont typeface="Calibri" panose="020F0502020204030204" pitchFamily="34" charset="0"/>
              <a:buChar char="-"/>
            </a:pPr>
            <a:r>
              <a:rPr lang="si-LK" sz="2000" dirty="0" smtClean="0">
                <a:latin typeface="Calibri" panose="020F0502020204030204" pitchFamily="34" charset="0"/>
                <a:ea typeface="Calibri" panose="020F0502020204030204" pitchFamily="34" charset="0"/>
              </a:rPr>
              <a:t>අත</a:t>
            </a:r>
            <a:r>
              <a:rPr lang="si-LK" sz="2000" dirty="0">
                <a:latin typeface="Calibri" panose="020F0502020204030204" pitchFamily="34" charset="0"/>
                <a:ea typeface="Calibri" panose="020F0502020204030204" pitchFamily="34" charset="0"/>
              </a:rPr>
              <a:t>්වැසුම්: සම් අත්වැසුම් යටින් රබර් අත්වැසුම් පළදින්න - රුධිරය ආදියෙන් අත් ආරක්ෂා </a:t>
            </a:r>
            <a:r>
              <a:rPr lang="en-US" sz="2000" dirty="0" smtClean="0">
                <a:latin typeface="Calibri" panose="020F0502020204030204" pitchFamily="34" charset="0"/>
                <a:ea typeface="Calibri" panose="020F0502020204030204" pitchFamily="34" charset="0"/>
              </a:rPr>
              <a:t> </a:t>
            </a:r>
            <a:r>
              <a:rPr lang="si-LK" sz="2000" dirty="0" smtClean="0">
                <a:latin typeface="Calibri" panose="020F0502020204030204" pitchFamily="34" charset="0"/>
                <a:ea typeface="Calibri" panose="020F0502020204030204" pitchFamily="34" charset="0"/>
              </a:rPr>
              <a:t>කරගන</a:t>
            </a:r>
            <a:r>
              <a:rPr lang="si-LK" sz="2000" dirty="0">
                <a:latin typeface="Calibri" panose="020F0502020204030204" pitchFamily="34" charset="0"/>
                <a:ea typeface="Calibri" panose="020F0502020204030204" pitchFamily="34" charset="0"/>
              </a:rPr>
              <a:t>්න</a:t>
            </a:r>
            <a:r>
              <a:rPr lang="si-LK" sz="2000" dirty="0" smtClean="0">
                <a:latin typeface="Calibri" panose="020F0502020204030204" pitchFamily="34" charset="0"/>
                <a:ea typeface="Calibri" panose="020F0502020204030204" pitchFamily="34" charset="0"/>
              </a:rPr>
              <a:t>.</a:t>
            </a:r>
            <a:endParaRPr lang="en-US" sz="2000" dirty="0" smtClean="0">
              <a:latin typeface="Calibri" panose="020F0502020204030204" pitchFamily="34" charset="0"/>
              <a:ea typeface="Calibri" panose="020F0502020204030204" pitchFamily="34" charset="0"/>
            </a:endParaRPr>
          </a:p>
          <a:p>
            <a:pPr marL="342900" marR="0" lvl="0" indent="-60325">
              <a:lnSpc>
                <a:spcPct val="107000"/>
              </a:lnSpc>
              <a:spcBef>
                <a:spcPts val="0"/>
              </a:spcBef>
              <a:spcAft>
                <a:spcPts val="0"/>
              </a:spcAft>
              <a:buFont typeface="Calibri" panose="020F050202020403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marR="0" lvl="0" indent="-60325">
              <a:lnSpc>
                <a:spcPct val="107000"/>
              </a:lnSpc>
              <a:spcBef>
                <a:spcPts val="0"/>
              </a:spcBef>
              <a:spcAft>
                <a:spcPts val="0"/>
              </a:spcAft>
              <a:buFont typeface="Calibri" panose="020F050202020403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r>
              <a:rPr lang="si-LK" sz="2800" b="1" dirty="0">
                <a:latin typeface="Calibri" panose="020F0502020204030204" pitchFamily="34" charset="0"/>
                <a:ea typeface="Calibri" panose="020F0502020204030204" pitchFamily="34" charset="0"/>
              </a:rPr>
              <a:t>ඔබ දකින පළමු රෝගියා වෙත ළගා වීමට  ඉක්මන් නොවන්න - පළමුව සමස්ත දර්ශනය තක්සේරු කරන්න</a:t>
            </a:r>
            <a:endParaRPr lang="en-US" sz="2800" b="1"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253098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6" name="Rectangle 5"/>
          <p:cNvSpPr/>
          <p:nvPr/>
        </p:nvSpPr>
        <p:spPr>
          <a:xfrm>
            <a:off x="186870" y="1992778"/>
            <a:ext cx="11907157" cy="3648884"/>
          </a:xfrm>
          <a:prstGeom prst="rect">
            <a:avLst/>
          </a:prstGeom>
        </p:spPr>
        <p:txBody>
          <a:bodyPr wrap="square">
            <a:spAutoFit/>
          </a:bodyPr>
          <a:lstStyle/>
          <a:p>
            <a:pPr marL="342900" indent="-342900">
              <a:lnSpc>
                <a:spcPct val="107000"/>
              </a:lnSpc>
              <a:buFont typeface="Arial" panose="020B0604020202020204" pitchFamily="34" charset="0"/>
              <a:buChar char="•"/>
            </a:pPr>
            <a:r>
              <a:rPr lang="si-LK" sz="2400" dirty="0">
                <a:latin typeface="Calibri" panose="020F0502020204030204" pitchFamily="34" charset="0"/>
                <a:ea typeface="Calibri" panose="020F0502020204030204" pitchFamily="34" charset="0"/>
              </a:rPr>
              <a:t>රන් රීතිය (</a:t>
            </a:r>
            <a:r>
              <a:rPr lang="en-US" sz="2400" dirty="0">
                <a:latin typeface="Calibri" panose="020F0502020204030204" pitchFamily="34" charset="0"/>
                <a:ea typeface="Calibri" panose="020F0502020204030204" pitchFamily="34" charset="0"/>
                <a:cs typeface="Iskoola Pota" panose="02010503010101010104" pitchFamily="2" charset="0"/>
              </a:rPr>
              <a:t>Golden Rule)1: </a:t>
            </a:r>
            <a:r>
              <a:rPr lang="si-LK" sz="2400" dirty="0">
                <a:latin typeface="Calibri" panose="020F0502020204030204" pitchFamily="34" charset="0"/>
                <a:ea typeface="Calibri" panose="020F0502020204030204" pitchFamily="34" charset="0"/>
              </a:rPr>
              <a:t>ඕනෑම මොහොතක තත්වය වෙනස් විය හැක එයට සූදානම්ව සිටින්න</a:t>
            </a:r>
            <a:r>
              <a:rPr lang="si-LK" sz="2400" dirty="0" smtClean="0">
                <a:latin typeface="Calibri" panose="020F0502020204030204" pitchFamily="34" charset="0"/>
                <a:ea typeface="Calibri" panose="020F0502020204030204" pitchFamily="34" charset="0"/>
              </a:rPr>
              <a:t>!</a:t>
            </a:r>
            <a:endParaRPr lang="en-US" sz="2400" dirty="0" smtClean="0">
              <a:latin typeface="Calibri" panose="020F0502020204030204" pitchFamily="34" charset="0"/>
              <a:ea typeface="Calibri" panose="020F0502020204030204" pitchFamily="34" charset="0"/>
            </a:endParaRPr>
          </a:p>
          <a:p>
            <a:pPr marL="342900" indent="-342900">
              <a:lnSpc>
                <a:spcPct val="107000"/>
              </a:lnSpc>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indent="-342900">
              <a:lnSpc>
                <a:spcPct val="107000"/>
              </a:lnSpc>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indent="-342900">
              <a:lnSpc>
                <a:spcPct val="107000"/>
              </a:lnSpc>
              <a:buFont typeface="Arial" panose="020B0604020202020204" pitchFamily="34" charset="0"/>
              <a:buChar char="•"/>
            </a:pPr>
            <a:r>
              <a:rPr lang="si-LK" sz="2400" dirty="0">
                <a:latin typeface="Calibri" panose="020F0502020204030204" pitchFamily="34" charset="0"/>
                <a:ea typeface="Calibri" panose="020F0502020204030204" pitchFamily="34" charset="0"/>
              </a:rPr>
              <a:t>රන් රීතිය (</a:t>
            </a:r>
            <a:r>
              <a:rPr lang="en-US" sz="2400" dirty="0">
                <a:latin typeface="Calibri" panose="020F0502020204030204" pitchFamily="34" charset="0"/>
                <a:ea typeface="Calibri" panose="020F0502020204030204" pitchFamily="34" charset="0"/>
                <a:cs typeface="Iskoola Pota" panose="02010503010101010104" pitchFamily="2" charset="0"/>
              </a:rPr>
              <a:t>Golden Rule)2: </a:t>
            </a:r>
            <a:r>
              <a:rPr lang="si-LK" sz="2400" dirty="0">
                <a:latin typeface="Calibri" panose="020F0502020204030204" pitchFamily="34" charset="0"/>
                <a:ea typeface="Calibri" panose="020F0502020204030204" pitchFamily="34" charset="0"/>
              </a:rPr>
              <a:t>මියගිය ගලවා ගන්නෙකුට කිසිම ජීවිතයක් බේරා ගත නොහැක</a:t>
            </a:r>
            <a:r>
              <a:rPr lang="si-LK" sz="2400" dirty="0" smtClean="0">
                <a:latin typeface="Calibri" panose="020F0502020204030204" pitchFamily="34" charset="0"/>
                <a:ea typeface="Calibri" panose="020F0502020204030204" pitchFamily="34" charset="0"/>
              </a:rPr>
              <a:t>!</a:t>
            </a:r>
            <a:endParaRPr lang="en-US" sz="2400" dirty="0" smtClean="0">
              <a:latin typeface="Calibri" panose="020F0502020204030204" pitchFamily="34" charset="0"/>
              <a:ea typeface="Calibri" panose="020F0502020204030204" pitchFamily="34" charset="0"/>
            </a:endParaRPr>
          </a:p>
          <a:p>
            <a:pPr marL="342900" indent="-342900">
              <a:lnSpc>
                <a:spcPct val="107000"/>
              </a:lnSpc>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indent="-342900">
              <a:lnSpc>
                <a:spcPct val="107000"/>
              </a:lnSpc>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indent="-342900">
              <a:lnSpc>
                <a:spcPct val="107000"/>
              </a:lnSpc>
              <a:buFont typeface="Arial" panose="020B0604020202020204" pitchFamily="34" charset="0"/>
              <a:buChar char="•"/>
            </a:pPr>
            <a:r>
              <a:rPr lang="si-LK" sz="2400" dirty="0">
                <a:latin typeface="Calibri" panose="020F0502020204030204" pitchFamily="34" charset="0"/>
                <a:ea typeface="Calibri" panose="020F0502020204030204" pitchFamily="34" charset="0"/>
              </a:rPr>
              <a:t>රන් රීතිය (</a:t>
            </a:r>
            <a:r>
              <a:rPr lang="en-US" sz="2400" dirty="0">
                <a:latin typeface="Calibri" panose="020F0502020204030204" pitchFamily="34" charset="0"/>
                <a:ea typeface="Calibri" panose="020F0502020204030204" pitchFamily="34" charset="0"/>
                <a:cs typeface="Iskoola Pota" panose="02010503010101010104" pitchFamily="2" charset="0"/>
              </a:rPr>
              <a:t>Golden Rule)3: </a:t>
            </a:r>
            <a:r>
              <a:rPr lang="si-LK" sz="2400" dirty="0">
                <a:latin typeface="Calibri" panose="020F0502020204030204" pitchFamily="34" charset="0"/>
                <a:ea typeface="Calibri" panose="020F0502020204030204" pitchFamily="34" charset="0"/>
              </a:rPr>
              <a:t>තත්වය ඉතා භයානක නම් - ඈත් වී සිටින්න</a:t>
            </a:r>
            <a:r>
              <a:rPr lang="si-LK" sz="2400" dirty="0" smtClean="0">
                <a:latin typeface="Calibri" panose="020F0502020204030204" pitchFamily="34" charset="0"/>
                <a:ea typeface="Calibri" panose="020F0502020204030204" pitchFamily="34" charset="0"/>
              </a:rPr>
              <a:t>!</a:t>
            </a:r>
            <a:endParaRPr lang="en-US" sz="2400" dirty="0" smtClean="0">
              <a:latin typeface="Calibri" panose="020F0502020204030204" pitchFamily="34" charset="0"/>
              <a:ea typeface="Calibri" panose="020F0502020204030204" pitchFamily="34" charset="0"/>
            </a:endParaRPr>
          </a:p>
          <a:p>
            <a:pPr marL="342900" indent="-342900">
              <a:lnSpc>
                <a:spcPct val="107000"/>
              </a:lnSpc>
              <a:buFont typeface="Arial" panose="020B0604020202020204" pitchFamily="34" charset="0"/>
              <a:buChar char="•"/>
            </a:pP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a:p>
            <a:pPr marL="342900" indent="-342900">
              <a:lnSpc>
                <a:spcPct val="107000"/>
              </a:lnSpc>
              <a:buFont typeface="Arial" panose="020B0604020202020204" pitchFamily="34" charset="0"/>
              <a:buChar char="•"/>
            </a:pP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2193099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1865991" y="1270386"/>
            <a:ext cx="7229864" cy="721031"/>
          </a:xfrm>
          <a:prstGeom prst="rect">
            <a:avLst/>
          </a:prstGeom>
        </p:spPr>
        <p:txBody>
          <a:bodyPr wrap="none">
            <a:spAutoFit/>
          </a:bodyPr>
          <a:lstStyle/>
          <a:p>
            <a:pPr>
              <a:lnSpc>
                <a:spcPct val="107000"/>
              </a:lnSpc>
            </a:pPr>
            <a:r>
              <a:rPr lang="si-LK" sz="4000" b="1" dirty="0">
                <a:latin typeface="Calibri" panose="020F0502020204030204" pitchFamily="34" charset="0"/>
                <a:ea typeface="Calibri" panose="020F0502020204030204" pitchFamily="34" charset="0"/>
              </a:rPr>
              <a:t>තත්වය: තොරතුරු සහ විශ්ලේෂණය</a:t>
            </a:r>
            <a:endParaRPr lang="en-US" sz="4000" b="1" dirty="0">
              <a:effectLst/>
              <a:latin typeface="Calibri" panose="020F0502020204030204" pitchFamily="34" charset="0"/>
              <a:ea typeface="Calibri" panose="020F0502020204030204" pitchFamily="34" charset="0"/>
              <a:cs typeface="Iskoola Pota" panose="02010503010101010104" pitchFamily="2" charset="0"/>
            </a:endParaRPr>
          </a:p>
        </p:txBody>
      </p:sp>
      <p:pic>
        <p:nvPicPr>
          <p:cNvPr id="1028" name="Picture 4" descr="Information Technology Analys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395" y="1991418"/>
            <a:ext cx="6648460" cy="361916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8966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099960" y="1027615"/>
            <a:ext cx="10080978" cy="4011098"/>
          </a:xfrm>
          <a:prstGeom prst="rect">
            <a:avLst/>
          </a:prstGeom>
        </p:spPr>
        <p:txBody>
          <a:bodyPr wrap="square">
            <a:spAutoFit/>
          </a:bodyPr>
          <a:lstStyle/>
          <a:p>
            <a:pPr>
              <a:lnSpc>
                <a:spcPct val="107000"/>
              </a:lnSpc>
            </a:pPr>
            <a:r>
              <a:rPr lang="si-LK" sz="4000" b="1" dirty="0">
                <a:latin typeface="Calibri" panose="020F0502020204030204" pitchFamily="34" charset="0"/>
                <a:ea typeface="Calibri" panose="020F0502020204030204" pitchFamily="34" charset="0"/>
              </a:rPr>
              <a:t>තත්ව අභ්‍යා</a:t>
            </a:r>
            <a:r>
              <a:rPr lang="si-LK" sz="4000" b="1" dirty="0" smtClean="0">
                <a:latin typeface="Calibri" panose="020F0502020204030204" pitchFamily="34" charset="0"/>
                <a:ea typeface="Calibri" panose="020F0502020204030204" pitchFamily="34" charset="0"/>
              </a:rPr>
              <a:t>සය</a:t>
            </a:r>
            <a:endParaRPr lang="en-US" sz="4000" b="1" dirty="0" smtClean="0">
              <a:latin typeface="Calibri" panose="020F0502020204030204" pitchFamily="34" charset="0"/>
              <a:ea typeface="Calibri" panose="020F0502020204030204" pitchFamily="34" charset="0"/>
            </a:endParaRPr>
          </a:p>
          <a:p>
            <a:pPr>
              <a:lnSpc>
                <a:spcPct val="107000"/>
              </a:lnSpc>
            </a:pPr>
            <a:endParaRPr lang="en-US" sz="4000" b="1" dirty="0" smtClean="0">
              <a:latin typeface="Calibri" panose="020F0502020204030204" pitchFamily="34" charset="0"/>
              <a:ea typeface="Calibri" panose="020F0502020204030204" pitchFamily="34" charset="0"/>
            </a:endParaRPr>
          </a:p>
          <a:p>
            <a:pPr>
              <a:lnSpc>
                <a:spcPct val="107000"/>
              </a:lnSpc>
            </a:pPr>
            <a:endParaRPr lang="en-US"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si-LK" sz="2800" dirty="0">
                <a:latin typeface="Calibri" panose="020F0502020204030204" pitchFamily="34" charset="0"/>
                <a:ea typeface="Calibri" panose="020F0502020204030204" pitchFamily="34" charset="0"/>
              </a:rPr>
              <a:t>සහභාගිවන්නන්ට හා ඔබට විනාඩි </a:t>
            </a:r>
            <a:r>
              <a:rPr lang="en-US" sz="2800" dirty="0">
                <a:latin typeface="Calibri" panose="020F0502020204030204" pitchFamily="34" charset="0"/>
                <a:ea typeface="Calibri" panose="020F0502020204030204" pitchFamily="34" charset="0"/>
                <a:cs typeface="Iskoola Pota" panose="02010503010101010104" pitchFamily="2" charset="0"/>
              </a:rPr>
              <a:t>5</a:t>
            </a:r>
            <a:r>
              <a:rPr lang="si-LK" sz="2800" dirty="0">
                <a:latin typeface="Calibri" panose="020F0502020204030204" pitchFamily="34" charset="0"/>
                <a:ea typeface="Calibri" panose="020F0502020204030204" pitchFamily="34" charset="0"/>
              </a:rPr>
              <a:t>ක් ඇත</a:t>
            </a:r>
            <a:r>
              <a:rPr lang="si-LK" sz="2800" dirty="0" smtClean="0">
                <a:latin typeface="Calibri" panose="020F0502020204030204" pitchFamily="34" charset="0"/>
                <a:ea typeface="Calibri" panose="020F0502020204030204" pitchFamily="34" charset="0"/>
              </a:rPr>
              <a:t>:</a:t>
            </a:r>
            <a:endParaRPr lang="en-US" sz="2800" dirty="0" smtClean="0">
              <a:latin typeface="Calibri" panose="020F0502020204030204" pitchFamily="34" charset="0"/>
              <a:ea typeface="Calibri" panose="020F0502020204030204" pitchFamily="34" charset="0"/>
            </a:endParaRPr>
          </a:p>
          <a:p>
            <a:pPr>
              <a:lnSpc>
                <a:spcPct val="107000"/>
              </a:lnSpc>
            </a:pP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තත්වය පිළිබදව ඔබට රැස් කළ හැකි අදාළ තොරතුරු ලැයිස්තුගත 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800" dirty="0">
                <a:latin typeface="Calibri" panose="020F0502020204030204" pitchFamily="34" charset="0"/>
                <a:ea typeface="Calibri" panose="020F0502020204030204" pitchFamily="34" charset="0"/>
              </a:rPr>
              <a:t>තොරතුරු විශ්ලේෂණය කර ගැටළු හඳුනා ගන්න</a:t>
            </a:r>
            <a:endParaRPr lang="en-US" sz="28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3115208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1072444" y="1258977"/>
            <a:ext cx="9877777" cy="3517181"/>
          </a:xfrm>
          <a:prstGeom prst="rect">
            <a:avLst/>
          </a:prstGeom>
        </p:spPr>
        <p:txBody>
          <a:bodyPr wrap="square">
            <a:spAutoFit/>
          </a:bodyPr>
          <a:lstStyle/>
          <a:p>
            <a:pPr>
              <a:lnSpc>
                <a:spcPct val="107000"/>
              </a:lnSpc>
            </a:pPr>
            <a:r>
              <a:rPr lang="si-LK" sz="3200" b="1" dirty="0">
                <a:latin typeface="Calibri" panose="020F0502020204030204" pitchFamily="34" charset="0"/>
                <a:ea typeface="Calibri" panose="020F0502020204030204" pitchFamily="34" charset="0"/>
              </a:rPr>
              <a:t>හැකිතාක් තොරතුරු රැස් කිරීමට ඉලක්ක කරන්න:</a:t>
            </a:r>
            <a:endParaRPr lang="en-US" sz="3200" b="1"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si-LK" sz="2800" b="1" dirty="0">
                <a:latin typeface="Calibri" panose="020F0502020204030204" pitchFamily="34" charset="0"/>
                <a:ea typeface="Calibri" panose="020F0502020204030204" pitchFamily="34" charset="0"/>
              </a:rPr>
              <a:t>කුමක් ද</a:t>
            </a:r>
            <a:r>
              <a:rPr lang="en-US" sz="2800" b="1" dirty="0">
                <a:latin typeface="Calibri" panose="020F0502020204030204" pitchFamily="34" charset="0"/>
                <a:ea typeface="Calibri" panose="020F0502020204030204" pitchFamily="34" charset="0"/>
                <a:cs typeface="Iskoola Pota" panose="02010503010101010104" pitchFamily="2" charset="0"/>
              </a:rPr>
              <a:t>? </a:t>
            </a:r>
            <a:r>
              <a:rPr lang="si-LK" sz="2800" b="1" dirty="0">
                <a:latin typeface="Calibri" panose="020F0502020204030204" pitchFamily="34" charset="0"/>
                <a:ea typeface="Calibri" panose="020F0502020204030204" pitchFamily="34" charset="0"/>
              </a:rPr>
              <a:t>උදා.</a:t>
            </a:r>
            <a:r>
              <a:rPr lang="en-US" sz="2800" b="1" dirty="0">
                <a:latin typeface="Calibri" panose="020F0502020204030204" pitchFamily="34" charset="0"/>
                <a:ea typeface="Calibri" panose="020F0502020204030204" pitchFamily="34" charset="0"/>
                <a:cs typeface="Iskoola Pota" panose="02010503010101010104" pitchFamily="2" charset="0"/>
              </a:rPr>
              <a:t>,</a:t>
            </a:r>
          </a:p>
          <a:p>
            <a:pPr>
              <a:lnSpc>
                <a:spcPct val="107000"/>
              </a:lnSpc>
            </a:pPr>
            <a:r>
              <a:rPr lang="en-US" dirty="0">
                <a:latin typeface="Calibri" panose="020F0502020204030204" pitchFamily="34" charset="0"/>
                <a:ea typeface="Calibri" panose="020F0502020204030204" pitchFamily="34" charset="0"/>
                <a:cs typeface="Iskoola Pota" panose="02010503010101010104" pitchFamily="2" charset="0"/>
              </a:rPr>
              <a:t>	</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සිදුවී ඇත්තේ කුමක්ද</a:t>
            </a:r>
            <a:r>
              <a:rPr lang="en-US" sz="2400" dirty="0">
                <a:latin typeface="Calibri" panose="020F0502020204030204" pitchFamily="34" charset="0"/>
                <a:ea typeface="Calibri" panose="020F0502020204030204" pitchFamily="34" charset="0"/>
                <a:cs typeface="Iskoola Pota" panose="02010503010101010104" pitchFamily="2" charset="0"/>
              </a:rPr>
              <a:t>?</a:t>
            </a:r>
          </a:p>
          <a:p>
            <a:pPr>
              <a:lnSpc>
                <a:spcPct val="107000"/>
              </a:lnSpc>
            </a:pP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a:latin typeface="Calibri" panose="020F0502020204030204" pitchFamily="34" charset="0"/>
                <a:ea typeface="Calibri" panose="020F0502020204030204" pitchFamily="34" charset="0"/>
              </a:rPr>
              <a:t>බලපෑමට ලක්ව ඇත්තේ කුමක්ද</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උදා.</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නිවස ද  රෝහල ද</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si-LK" sz="2800" b="1" dirty="0">
                <a:latin typeface="Calibri" panose="020F0502020204030204" pitchFamily="34" charset="0"/>
                <a:ea typeface="Calibri" panose="020F0502020204030204" pitchFamily="34" charset="0"/>
              </a:rPr>
              <a:t>කවුද </a:t>
            </a:r>
            <a:r>
              <a:rPr lang="en-US" sz="2800" b="1" dirty="0">
                <a:latin typeface="Calibri" panose="020F0502020204030204" pitchFamily="34" charset="0"/>
                <a:ea typeface="Calibri" panose="020F0502020204030204" pitchFamily="34" charset="0"/>
                <a:cs typeface="Iskoola Pota" panose="02010503010101010104" pitchFamily="2" charset="0"/>
              </a:rPr>
              <a:t>? </a:t>
            </a:r>
            <a:r>
              <a:rPr lang="si-LK" sz="2800" b="1" dirty="0">
                <a:latin typeface="Calibri" panose="020F0502020204030204" pitchFamily="34" charset="0"/>
                <a:ea typeface="Calibri" panose="020F0502020204030204" pitchFamily="34" charset="0"/>
              </a:rPr>
              <a:t> උදා.</a:t>
            </a:r>
            <a:endParaRPr lang="en-US" sz="2800" b="1"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en-US" sz="2400" dirty="0">
                <a:latin typeface="Calibri" panose="020F0502020204030204" pitchFamily="34" charset="0"/>
                <a:ea typeface="Calibri" panose="020F0502020204030204" pitchFamily="34" charset="0"/>
                <a:cs typeface="Iskoola Pota" panose="02010503010101010104" pitchFamily="2" charset="0"/>
              </a:rPr>
              <a:t>	</a:t>
            </a:r>
            <a:r>
              <a:rPr lang="en-US" sz="2400" dirty="0" smtClean="0">
                <a:latin typeface="Calibri" panose="020F0502020204030204" pitchFamily="34" charset="0"/>
                <a:ea typeface="Calibri" panose="020F0502020204030204" pitchFamily="34" charset="0"/>
                <a:cs typeface="Iskoola Pota" panose="02010503010101010104" pitchFamily="2" charset="0"/>
              </a:rPr>
              <a:t>-</a:t>
            </a:r>
            <a:r>
              <a:rPr lang="si-LK" sz="2400" dirty="0">
                <a:latin typeface="Calibri" panose="020F0502020204030204" pitchFamily="34" charset="0"/>
                <a:ea typeface="Calibri" panose="020F0502020204030204" pitchFamily="34" charset="0"/>
                <a:cs typeface="Iskoola Pota" panose="02010503010101010104" pitchFamily="2" charset="0"/>
              </a:rPr>
              <a:t>	</a:t>
            </a:r>
            <a:r>
              <a:rPr lang="si-LK" sz="2400" dirty="0" smtClean="0">
                <a:latin typeface="Calibri" panose="020F0502020204030204" pitchFamily="34" charset="0"/>
                <a:ea typeface="Calibri" panose="020F0502020204030204" pitchFamily="34" charset="0"/>
              </a:rPr>
              <a:t>ක</a:t>
            </a:r>
            <a:r>
              <a:rPr lang="si-LK" sz="2400" dirty="0">
                <a:latin typeface="Calibri" panose="020F0502020204030204" pitchFamily="34" charset="0"/>
                <a:ea typeface="Calibri" panose="020F0502020204030204" pitchFamily="34" charset="0"/>
              </a:rPr>
              <a:t>ී දෙනෙකු සම්බන්ධද</a:t>
            </a:r>
            <a:r>
              <a:rPr lang="en-US" sz="2400" dirty="0">
                <a:latin typeface="Calibri" panose="020F0502020204030204" pitchFamily="34" charset="0"/>
                <a:ea typeface="Calibri" panose="020F0502020204030204" pitchFamily="34" charset="0"/>
                <a:cs typeface="Iskoola Pota" panose="02010503010101010104" pitchFamily="2" charset="0"/>
              </a:rPr>
              <a:t>?</a:t>
            </a:r>
          </a:p>
          <a:p>
            <a:pPr>
              <a:lnSpc>
                <a:spcPct val="107000"/>
              </a:lnSpc>
            </a:pPr>
            <a:r>
              <a:rPr lang="en-US" sz="2400" dirty="0">
                <a:latin typeface="Calibri" panose="020F0502020204030204" pitchFamily="34" charset="0"/>
                <a:ea typeface="Calibri" panose="020F0502020204030204" pitchFamily="34" charset="0"/>
                <a:cs typeface="Iskoola Pota" panose="02010503010101010104" pitchFamily="2" charset="0"/>
              </a:rPr>
              <a:t>	</a:t>
            </a:r>
            <a:r>
              <a:rPr lang="en-US" sz="2400" dirty="0" smtClean="0">
                <a:latin typeface="Calibri" panose="020F0502020204030204" pitchFamily="34" charset="0"/>
                <a:ea typeface="Calibri" panose="020F0502020204030204" pitchFamily="34" charset="0"/>
                <a:cs typeface="Iskoola Pota" panose="02010503010101010104" pitchFamily="2" charset="0"/>
              </a:rPr>
              <a:t>-</a:t>
            </a:r>
            <a:r>
              <a:rPr lang="si-LK" sz="2400" dirty="0" smtClean="0">
                <a:latin typeface="Calibri" panose="020F0502020204030204" pitchFamily="34" charset="0"/>
                <a:ea typeface="Calibri" panose="020F0502020204030204" pitchFamily="34" charset="0"/>
                <a:cs typeface="Iskoola Pota" panose="02010503010101010104" pitchFamily="2" charset="0"/>
              </a:rPr>
              <a:t>	</a:t>
            </a:r>
            <a:r>
              <a:rPr lang="si-LK" sz="2400" dirty="0" smtClean="0">
                <a:latin typeface="Calibri" panose="020F0502020204030204" pitchFamily="34" charset="0"/>
                <a:ea typeface="Calibri" panose="020F0502020204030204" pitchFamily="34" charset="0"/>
              </a:rPr>
              <a:t>ම</a:t>
            </a:r>
            <a:r>
              <a:rPr lang="si-LK" sz="2400" dirty="0">
                <a:latin typeface="Calibri" panose="020F0502020204030204" pitchFamily="34" charset="0"/>
                <a:ea typeface="Calibri" panose="020F0502020204030204" pitchFamily="34" charset="0"/>
              </a:rPr>
              <a:t>ිනිසුන් තුවාල ලබා / ඝාතනය කර තිබේද</a:t>
            </a:r>
            <a:r>
              <a:rPr lang="en-US" sz="2400" dirty="0">
                <a:latin typeface="Calibri" panose="020F0502020204030204" pitchFamily="34" charset="0"/>
                <a:ea typeface="Calibri" panose="020F0502020204030204" pitchFamily="34" charset="0"/>
                <a:cs typeface="Iskoola Pota" panose="02010503010101010104" pitchFamily="2" charset="0"/>
              </a:rPr>
              <a:t>?</a:t>
            </a:r>
          </a:p>
          <a:p>
            <a:pPr>
              <a:lnSpc>
                <a:spcPct val="107000"/>
              </a:lnSpc>
            </a:pPr>
            <a:r>
              <a:rPr lang="en-US" sz="2400" dirty="0">
                <a:latin typeface="Calibri" panose="020F0502020204030204" pitchFamily="34" charset="0"/>
                <a:ea typeface="Calibri" panose="020F0502020204030204" pitchFamily="34" charset="0"/>
                <a:cs typeface="Iskoola Pota" panose="02010503010101010104" pitchFamily="2" charset="0"/>
              </a:rPr>
              <a:t>	</a:t>
            </a:r>
            <a:r>
              <a:rPr lang="en-US" sz="2400" dirty="0" smtClean="0">
                <a:latin typeface="Calibri" panose="020F0502020204030204" pitchFamily="34" charset="0"/>
                <a:ea typeface="Calibri" panose="020F0502020204030204" pitchFamily="34" charset="0"/>
                <a:cs typeface="Iskoola Pota" panose="02010503010101010104" pitchFamily="2" charset="0"/>
              </a:rPr>
              <a:t>-</a:t>
            </a:r>
            <a:r>
              <a:rPr lang="si-LK" sz="2400" dirty="0" smtClean="0">
                <a:latin typeface="Calibri" panose="020F0502020204030204" pitchFamily="34" charset="0"/>
                <a:ea typeface="Calibri" panose="020F0502020204030204" pitchFamily="34" charset="0"/>
                <a:cs typeface="Iskoola Pota" panose="02010503010101010104" pitchFamily="2" charset="0"/>
              </a:rPr>
              <a:t>	</a:t>
            </a:r>
            <a:r>
              <a:rPr lang="si-LK" sz="2400" dirty="0" smtClean="0">
                <a:latin typeface="Calibri" panose="020F0502020204030204" pitchFamily="34" charset="0"/>
                <a:ea typeface="Calibri" panose="020F0502020204030204" pitchFamily="34" charset="0"/>
              </a:rPr>
              <a:t>භ</a:t>
            </a:r>
            <a:r>
              <a:rPr lang="si-LK" sz="2400" dirty="0">
                <a:latin typeface="Calibri" panose="020F0502020204030204" pitchFamily="34" charset="0"/>
                <a:ea typeface="Calibri" panose="020F0502020204030204" pitchFamily="34" charset="0"/>
              </a:rPr>
              <a:t>ාරව සිටින්නේ කවුද</a:t>
            </a:r>
            <a:r>
              <a:rPr lang="en-US" sz="2400" dirty="0">
                <a:latin typeface="Calibri" panose="020F0502020204030204" pitchFamily="34" charset="0"/>
                <a:ea typeface="Calibri" panose="020F0502020204030204" pitchFamily="34" charset="0"/>
                <a:cs typeface="Iskoola Pota" panose="02010503010101010104" pitchFamily="2" charset="0"/>
              </a:rPr>
              <a:t>?</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2534239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982132" y="1137652"/>
            <a:ext cx="10555111" cy="3648884"/>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2400" b="1" dirty="0">
                <a:latin typeface="Calibri" panose="020F0502020204030204" pitchFamily="34" charset="0"/>
                <a:ea typeface="Calibri" panose="020F0502020204030204" pitchFamily="34" charset="0"/>
              </a:rPr>
              <a:t>හෝඩුවාවන් සොයන්න</a:t>
            </a:r>
            <a:endParaRPr lang="en-US" sz="2400" b="1"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b="1" dirty="0">
                <a:latin typeface="Calibri" panose="020F0502020204030204" pitchFamily="34" charset="0"/>
                <a:ea typeface="Calibri" panose="020F0502020204030204" pitchFamily="34" charset="0"/>
              </a:rPr>
              <a:t>ඉතිහාසයක් ගන්</a:t>
            </a:r>
            <a:r>
              <a:rPr lang="si-LK" sz="2400" b="1" dirty="0" smtClean="0">
                <a:latin typeface="Calibri" panose="020F0502020204030204" pitchFamily="34" charset="0"/>
                <a:ea typeface="Calibri" panose="020F0502020204030204" pitchFamily="34" charset="0"/>
              </a:rPr>
              <a:t>න</a:t>
            </a:r>
          </a:p>
          <a:p>
            <a:pPr marL="342900" marR="0" lvl="0" indent="-342900">
              <a:lnSpc>
                <a:spcPct val="107000"/>
              </a:lnSpc>
              <a:spcBef>
                <a:spcPts val="0"/>
              </a:spcBef>
              <a:spcAft>
                <a:spcPts val="0"/>
              </a:spcAft>
              <a:buFont typeface="Symbol" panose="05050102010706020507" pitchFamily="18" charset="2"/>
              <a:buChar char=""/>
            </a:pP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458788">
              <a:lnSpc>
                <a:spcPct val="107000"/>
              </a:lnSpc>
              <a:spcBef>
                <a:spcPts val="0"/>
              </a:spcBef>
              <a:spcAft>
                <a:spcPts val="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අවට සිටින අයගෙන් / සාක්ෂිකරුවන්ගෙන් විමසන්</a:t>
            </a:r>
            <a:r>
              <a:rPr lang="si-LK" sz="2400" dirty="0" smtClean="0">
                <a:latin typeface="Calibri" panose="020F0502020204030204" pitchFamily="34" charset="0"/>
                <a:ea typeface="Calibri" panose="020F0502020204030204" pitchFamily="34" charset="0"/>
              </a:rPr>
              <a:t>න</a:t>
            </a:r>
          </a:p>
          <a:p>
            <a:pPr marL="342900" marR="0" lvl="0" indent="52388">
              <a:lnSpc>
                <a:spcPct val="107000"/>
              </a:lnSpc>
              <a:spcBef>
                <a:spcPts val="0"/>
              </a:spcBef>
              <a:spcAft>
                <a:spcPts val="0"/>
              </a:spcAft>
              <a:buFont typeface="Wingdings" panose="05000000000000000000" pitchFamily="2" charset="2"/>
              <a:buChar char=""/>
            </a:pP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b="1" dirty="0">
                <a:latin typeface="Calibri" panose="020F0502020204030204" pitchFamily="34" charset="0"/>
                <a:ea typeface="Calibri" panose="020F0502020204030204" pitchFamily="34" charset="0"/>
              </a:rPr>
              <a:t>ඔබ අවට සිදුවන දේට සහ කියන දේට සවන් දෙන්න</a:t>
            </a:r>
            <a:r>
              <a:rPr lang="en-US" sz="2400" b="1" dirty="0">
                <a:latin typeface="Calibri" panose="020F0502020204030204" pitchFamily="34" charset="0"/>
                <a:ea typeface="Calibri" panose="020F0502020204030204" pitchFamily="34" charset="0"/>
                <a:cs typeface="Iskoola Pota" panose="02010503010101010104" pitchFamily="2" charset="0"/>
              </a:rPr>
              <a:t>, </a:t>
            </a:r>
            <a:r>
              <a:rPr lang="si-LK" sz="2400" b="1" dirty="0">
                <a:latin typeface="Calibri" panose="020F0502020204030204" pitchFamily="34" charset="0"/>
                <a:ea typeface="Calibri" panose="020F0502020204030204" pitchFamily="34" charset="0"/>
              </a:rPr>
              <a:t>උදා: කවුරුහරි අනතුරු ඇඟවීමක් කරනවාද - සුනාමිය!</a:t>
            </a:r>
            <a:endParaRPr lang="en-US" sz="2400" b="1"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b="1" dirty="0">
                <a:latin typeface="Calibri" panose="020F0502020204030204" pitchFamily="34" charset="0"/>
                <a:ea typeface="Calibri" panose="020F0502020204030204" pitchFamily="34" charset="0"/>
              </a:rPr>
              <a:t>සුවඳ - ඔබට ගෑස් සුවඳ දැනෙනවාද</a:t>
            </a:r>
            <a:r>
              <a:rPr lang="en-US" sz="2400" b="1" dirty="0">
                <a:latin typeface="Calibri" panose="020F0502020204030204" pitchFamily="34" charset="0"/>
                <a:ea typeface="Calibri" panose="020F0502020204030204" pitchFamily="34" charset="0"/>
                <a:cs typeface="Iskoola Pota" panose="02010503010101010104" pitchFamily="2" charset="0"/>
              </a:rPr>
              <a:t>?</a:t>
            </a:r>
          </a:p>
          <a:p>
            <a:pPr marL="342900" marR="0" lvl="0" indent="-342900">
              <a:lnSpc>
                <a:spcPct val="107000"/>
              </a:lnSpc>
              <a:spcBef>
                <a:spcPts val="0"/>
              </a:spcBef>
              <a:spcAft>
                <a:spcPts val="0"/>
              </a:spcAft>
              <a:buFont typeface="Symbol" panose="05050102010706020507" pitchFamily="18" charset="2"/>
              <a:buChar char=""/>
            </a:pPr>
            <a:r>
              <a:rPr lang="si-LK" sz="2400" b="1" dirty="0">
                <a:latin typeface="Calibri" panose="020F0502020204030204" pitchFamily="34" charset="0"/>
                <a:ea typeface="Calibri" panose="020F0502020204030204" pitchFamily="34" charset="0"/>
              </a:rPr>
              <a:t>ඔබ පිටවන තුරු දර්ශනය (තත්වය) තක්සේරු කරන්න</a:t>
            </a:r>
            <a:endParaRPr lang="en-US" sz="2400" b="1"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3521673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1128888" y="1233667"/>
            <a:ext cx="9516533" cy="2727029"/>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3200" dirty="0">
                <a:latin typeface="Calibri" panose="020F0502020204030204" pitchFamily="34" charset="0"/>
                <a:ea typeface="Calibri" panose="020F0502020204030204" pitchFamily="34" charset="0"/>
              </a:rPr>
              <a:t>පියවර </a:t>
            </a:r>
            <a:r>
              <a:rPr lang="en-US" sz="3200" dirty="0">
                <a:latin typeface="Calibri" panose="020F0502020204030204" pitchFamily="34" charset="0"/>
                <a:ea typeface="Calibri" panose="020F0502020204030204" pitchFamily="34" charset="0"/>
                <a:cs typeface="Iskoola Pota" panose="02010503010101010104" pitchFamily="2" charset="0"/>
              </a:rPr>
              <a:t>1: </a:t>
            </a:r>
            <a:r>
              <a:rPr lang="si-LK" sz="3200" b="1" dirty="0">
                <a:latin typeface="Calibri" panose="020F0502020204030204" pitchFamily="34" charset="0"/>
                <a:ea typeface="Calibri" panose="020F0502020204030204" pitchFamily="34" charset="0"/>
              </a:rPr>
              <a:t>තොරතුරු රැස් කරන්</a:t>
            </a:r>
            <a:r>
              <a:rPr lang="si-LK" sz="3200" b="1" dirty="0" smtClean="0">
                <a:latin typeface="Calibri" panose="020F0502020204030204" pitchFamily="34" charset="0"/>
                <a:ea typeface="Calibri" panose="020F0502020204030204" pitchFamily="34" charset="0"/>
              </a:rPr>
              <a:t>න</a:t>
            </a:r>
          </a:p>
          <a:p>
            <a:pPr marL="342900" marR="0" lvl="0" indent="-342900">
              <a:lnSpc>
                <a:spcPct val="107000"/>
              </a:lnSpc>
              <a:spcBef>
                <a:spcPts val="0"/>
              </a:spcBef>
              <a:spcAft>
                <a:spcPts val="0"/>
              </a:spcAft>
              <a:buFont typeface="Symbol" panose="05050102010706020507" pitchFamily="18" charset="2"/>
              <a:buChar char=""/>
            </a:pPr>
            <a:endParaRPr lang="en-US" sz="3200" b="1"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3200" dirty="0">
                <a:latin typeface="Calibri" panose="020F0502020204030204" pitchFamily="34" charset="0"/>
                <a:ea typeface="Calibri" panose="020F0502020204030204" pitchFamily="34" charset="0"/>
              </a:rPr>
              <a:t>පියවර </a:t>
            </a:r>
            <a:r>
              <a:rPr lang="en-US" sz="3200" dirty="0">
                <a:latin typeface="Calibri" panose="020F0502020204030204" pitchFamily="34" charset="0"/>
                <a:ea typeface="Calibri" panose="020F0502020204030204" pitchFamily="34" charset="0"/>
                <a:cs typeface="Iskoola Pota" panose="02010503010101010104" pitchFamily="2" charset="0"/>
              </a:rPr>
              <a:t>2: </a:t>
            </a:r>
            <a:r>
              <a:rPr lang="si-LK" sz="3200" b="1" dirty="0">
                <a:latin typeface="Calibri" panose="020F0502020204030204" pitchFamily="34" charset="0"/>
                <a:ea typeface="Calibri" panose="020F0502020204030204" pitchFamily="34" charset="0"/>
              </a:rPr>
              <a:t>තොරතුරු විශ්ලේෂණය සහ ගැටළු හඳුනා ගැනී</a:t>
            </a:r>
            <a:r>
              <a:rPr lang="si-LK" sz="3200" b="1" dirty="0" smtClean="0">
                <a:latin typeface="Calibri" panose="020F0502020204030204" pitchFamily="34" charset="0"/>
                <a:ea typeface="Calibri" panose="020F0502020204030204" pitchFamily="34" charset="0"/>
              </a:rPr>
              <a:t>ම</a:t>
            </a:r>
          </a:p>
          <a:p>
            <a:pPr marL="342900" marR="0" lvl="0" indent="-342900">
              <a:lnSpc>
                <a:spcPct val="107000"/>
              </a:lnSpc>
              <a:spcBef>
                <a:spcPts val="0"/>
              </a:spcBef>
              <a:spcAft>
                <a:spcPts val="0"/>
              </a:spcAft>
              <a:buFont typeface="Symbol" panose="05050102010706020507" pitchFamily="18" charset="2"/>
              <a:buChar char=""/>
            </a:pPr>
            <a:endParaRPr lang="en-US" sz="3200" b="1"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3200" dirty="0">
                <a:latin typeface="Calibri" panose="020F0502020204030204" pitchFamily="34" charset="0"/>
                <a:ea typeface="Calibri" panose="020F0502020204030204" pitchFamily="34" charset="0"/>
              </a:rPr>
              <a:t>පියවර </a:t>
            </a:r>
            <a:r>
              <a:rPr lang="en-US" sz="3200" dirty="0">
                <a:latin typeface="Calibri" panose="020F0502020204030204" pitchFamily="34" charset="0"/>
                <a:ea typeface="Calibri" panose="020F0502020204030204" pitchFamily="34" charset="0"/>
                <a:cs typeface="Iskoola Pota" panose="02010503010101010104" pitchFamily="2" charset="0"/>
              </a:rPr>
              <a:t>3: </a:t>
            </a:r>
            <a:r>
              <a:rPr lang="si-LK" sz="3200" b="1" dirty="0">
                <a:latin typeface="Calibri" panose="020F0502020204030204" pitchFamily="34" charset="0"/>
                <a:ea typeface="Calibri" panose="020F0502020204030204" pitchFamily="34" charset="0"/>
              </a:rPr>
              <a:t>ක්‍රියාකාරී සැලැස්මක් සකසන්න (</a:t>
            </a:r>
            <a:r>
              <a:rPr lang="en-US" sz="3200" b="1" dirty="0">
                <a:latin typeface="Calibri" panose="020F0502020204030204" pitchFamily="34" charset="0"/>
                <a:ea typeface="Calibri" panose="020F0502020204030204" pitchFamily="34" charset="0"/>
                <a:cs typeface="Iskoola Pota" panose="02010503010101010104" pitchFamily="2" charset="0"/>
              </a:rPr>
              <a:t>POA)</a:t>
            </a:r>
            <a:endParaRPr lang="en-US" sz="3200" b="1"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675311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1264355" y="1641493"/>
            <a:ext cx="10306756" cy="2463495"/>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3600" dirty="0">
                <a:latin typeface="Calibri" panose="020F0502020204030204" pitchFamily="34" charset="0"/>
                <a:ea typeface="Calibri" panose="020F0502020204030204" pitchFamily="34" charset="0"/>
              </a:rPr>
              <a:t>රන් රීතිය </a:t>
            </a:r>
            <a:r>
              <a:rPr lang="en-US" sz="3600" dirty="0">
                <a:latin typeface="Calibri" panose="020F0502020204030204" pitchFamily="34" charset="0"/>
                <a:ea typeface="Calibri" panose="020F0502020204030204" pitchFamily="34" charset="0"/>
                <a:cs typeface="Iskoola Pota" panose="02010503010101010104" pitchFamily="2" charset="0"/>
              </a:rPr>
              <a:t>4: </a:t>
            </a:r>
            <a:r>
              <a:rPr lang="si-LK" sz="3600" dirty="0">
                <a:latin typeface="Calibri" panose="020F0502020204030204" pitchFamily="34" charset="0"/>
                <a:ea typeface="Calibri" panose="020F0502020204030204" pitchFamily="34" charset="0"/>
              </a:rPr>
              <a:t>වාර්තා කිරිම වාර්තා කිරිම වාර්තා කිරි</a:t>
            </a:r>
            <a:r>
              <a:rPr lang="si-LK" sz="3600" dirty="0" smtClean="0">
                <a:latin typeface="Calibri" panose="020F0502020204030204" pitchFamily="34" charset="0"/>
                <a:ea typeface="Calibri" panose="020F0502020204030204" pitchFamily="34" charset="0"/>
              </a:rPr>
              <a:t>ම</a:t>
            </a:r>
          </a:p>
          <a:p>
            <a:pPr marL="342900" marR="0" lvl="0" indent="-342900">
              <a:lnSpc>
                <a:spcPct val="107000"/>
              </a:lnSpc>
              <a:spcBef>
                <a:spcPts val="0"/>
              </a:spcBef>
              <a:spcAft>
                <a:spcPts val="0"/>
              </a:spcAft>
              <a:buFont typeface="Symbol" panose="05050102010706020507" pitchFamily="18" charset="2"/>
              <a:buChar char=""/>
            </a:pPr>
            <a:endParaRPr lang="si-LK" sz="36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endParaRPr lang="en-US" sz="36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3600" dirty="0">
                <a:latin typeface="Calibri" panose="020F0502020204030204" pitchFamily="34" charset="0"/>
                <a:ea typeface="Calibri" panose="020F0502020204030204" pitchFamily="34" charset="0"/>
              </a:rPr>
              <a:t>රන් රීතිය </a:t>
            </a:r>
            <a:r>
              <a:rPr lang="en-US" sz="3600" dirty="0">
                <a:latin typeface="Calibri" panose="020F0502020204030204" pitchFamily="34" charset="0"/>
                <a:ea typeface="Calibri" panose="020F0502020204030204" pitchFamily="34" charset="0"/>
                <a:cs typeface="Iskoola Pota" panose="02010503010101010104" pitchFamily="2" charset="0"/>
              </a:rPr>
              <a:t>5: </a:t>
            </a:r>
            <a:r>
              <a:rPr lang="si-LK" sz="3600" dirty="0">
                <a:latin typeface="Calibri" panose="020F0502020204030204" pitchFamily="34" charset="0"/>
                <a:ea typeface="Calibri" panose="020F0502020204030204" pitchFamily="34" charset="0"/>
              </a:rPr>
              <a:t>තත්වය පිළිබඳ අඛණ්ඩ තක්සේරු කිරීම්</a:t>
            </a:r>
            <a:endParaRPr lang="en-US" sz="36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645100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981200" y="304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lstStyle>
            <a:lvl1pPr marL="382588" indent="-3429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fontAlgn="base">
              <a:spcBef>
                <a:spcPts val="800"/>
              </a:spcBef>
              <a:spcAft>
                <a:spcPct val="0"/>
              </a:spcAft>
              <a:buClr>
                <a:srgbClr val="FFFFFF"/>
              </a:buClr>
              <a:buSzPct val="100000"/>
            </a:pPr>
            <a:endParaRPr lang="en-US" sz="4000">
              <a:solidFill>
                <a:srgbClr val="056CB6"/>
              </a:solidFill>
              <a:latin typeface="Arial" panose="020B0604020202020204" pitchFamily="34" charset="0"/>
              <a:sym typeface="Times" panose="02020603050405020304" pitchFamily="18" charset="0"/>
            </a:endParaRPr>
          </a:p>
        </p:txBody>
      </p:sp>
      <p:sp>
        <p:nvSpPr>
          <p:cNvPr id="13315" name="TextBox 1"/>
          <p:cNvSpPr txBox="1">
            <a:spLocks noChangeArrowheads="1"/>
          </p:cNvSpPr>
          <p:nvPr/>
        </p:nvSpPr>
        <p:spPr bwMode="auto">
          <a:xfrm>
            <a:off x="2133600" y="609601"/>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endParaRPr lang="en-US">
              <a:solidFill>
                <a:srgbClr val="000000"/>
              </a:solidFill>
            </a:endParaRPr>
          </a:p>
        </p:txBody>
      </p:sp>
      <p:pic>
        <p:nvPicPr>
          <p:cNvPr id="13316" name="Picture 1" descr="backgroun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87630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2"/>
          <p:cNvSpPr txBox="1">
            <a:spLocks noChangeArrowheads="1"/>
          </p:cNvSpPr>
          <p:nvPr/>
        </p:nvSpPr>
        <p:spPr bwMode="auto">
          <a:xfrm>
            <a:off x="3276600" y="2592388"/>
            <a:ext cx="2819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4400">
                <a:solidFill>
                  <a:srgbClr val="FFFFFF"/>
                </a:solidFill>
                <a:latin typeface="Avenir Medium" charset="0"/>
              </a:rPr>
              <a:t>Questions</a:t>
            </a:r>
          </a:p>
        </p:txBody>
      </p:sp>
      <p:sp>
        <p:nvSpPr>
          <p:cNvPr id="13318" name="TextBox 4"/>
          <p:cNvSpPr txBox="1">
            <a:spLocks noChangeArrowheads="1"/>
          </p:cNvSpPr>
          <p:nvPr/>
        </p:nvSpPr>
        <p:spPr bwMode="auto">
          <a:xfrm rot="-5400000">
            <a:off x="5450682" y="3358357"/>
            <a:ext cx="1752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Cuestión</a:t>
            </a:r>
          </a:p>
        </p:txBody>
      </p:sp>
      <p:sp>
        <p:nvSpPr>
          <p:cNvPr id="13319" name="Rectangle 6"/>
          <p:cNvSpPr>
            <a:spLocks noChangeArrowheads="1"/>
          </p:cNvSpPr>
          <p:nvPr/>
        </p:nvSpPr>
        <p:spPr bwMode="auto">
          <a:xfrm>
            <a:off x="7086600" y="1676401"/>
            <a:ext cx="1798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La question</a:t>
            </a:r>
          </a:p>
        </p:txBody>
      </p:sp>
      <p:sp>
        <p:nvSpPr>
          <p:cNvPr id="13320" name="Rectangle 7"/>
          <p:cNvSpPr>
            <a:spLocks noChangeArrowheads="1"/>
          </p:cNvSpPr>
          <p:nvPr/>
        </p:nvSpPr>
        <p:spPr bwMode="auto">
          <a:xfrm>
            <a:off x="7086600" y="2582864"/>
            <a:ext cx="13756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ar-SA" sz="4400">
                <a:solidFill>
                  <a:srgbClr val="FFFFFF"/>
                </a:solidFill>
              </a:rPr>
              <a:t>الأسئلة</a:t>
            </a:r>
            <a:endParaRPr lang="en-US" sz="4400">
              <a:solidFill>
                <a:srgbClr val="FFFFFF"/>
              </a:solidFill>
            </a:endParaRPr>
          </a:p>
        </p:txBody>
      </p:sp>
      <p:sp>
        <p:nvSpPr>
          <p:cNvPr id="13321" name="Rectangle 8"/>
          <p:cNvSpPr>
            <a:spLocks noChangeArrowheads="1"/>
          </p:cNvSpPr>
          <p:nvPr/>
        </p:nvSpPr>
        <p:spPr bwMode="auto">
          <a:xfrm>
            <a:off x="1905001" y="3200401"/>
            <a:ext cx="1801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bg-BG" sz="3600">
                <a:solidFill>
                  <a:srgbClr val="FFFFFF"/>
                </a:solidFill>
              </a:rPr>
              <a:t>въпроси</a:t>
            </a:r>
            <a:endParaRPr lang="en-US" sz="3600">
              <a:solidFill>
                <a:srgbClr val="FFFFFF"/>
              </a:solidFill>
            </a:endParaRPr>
          </a:p>
        </p:txBody>
      </p:sp>
      <p:sp>
        <p:nvSpPr>
          <p:cNvPr id="13322" name="Rectangle 9"/>
          <p:cNvSpPr>
            <a:spLocks noChangeArrowheads="1"/>
          </p:cNvSpPr>
          <p:nvPr/>
        </p:nvSpPr>
        <p:spPr bwMode="auto">
          <a:xfrm>
            <a:off x="5334001" y="1676401"/>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zh-TW" altLang="en-US" sz="3600">
                <a:solidFill>
                  <a:srgbClr val="FFFFFF"/>
                </a:solidFill>
              </a:rPr>
              <a:t>问题</a:t>
            </a:r>
            <a:endParaRPr lang="en-US" sz="3600">
              <a:solidFill>
                <a:srgbClr val="FFFFFF"/>
              </a:solidFill>
            </a:endParaRPr>
          </a:p>
        </p:txBody>
      </p:sp>
      <p:sp>
        <p:nvSpPr>
          <p:cNvPr id="13323" name="Rectangle 10"/>
          <p:cNvSpPr>
            <a:spLocks noChangeArrowheads="1"/>
          </p:cNvSpPr>
          <p:nvPr/>
        </p:nvSpPr>
        <p:spPr bwMode="auto">
          <a:xfrm>
            <a:off x="5029201" y="3429001"/>
            <a:ext cx="1096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otázky</a:t>
            </a:r>
          </a:p>
        </p:txBody>
      </p:sp>
      <p:sp>
        <p:nvSpPr>
          <p:cNvPr id="13324" name="Rectangle 11"/>
          <p:cNvSpPr>
            <a:spLocks noChangeArrowheads="1"/>
          </p:cNvSpPr>
          <p:nvPr/>
        </p:nvSpPr>
        <p:spPr bwMode="auto">
          <a:xfrm>
            <a:off x="6826250" y="3886201"/>
            <a:ext cx="1860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spørgsmål</a:t>
            </a:r>
          </a:p>
        </p:txBody>
      </p:sp>
      <p:sp>
        <p:nvSpPr>
          <p:cNvPr id="13325" name="Rectangle 12"/>
          <p:cNvSpPr>
            <a:spLocks noChangeArrowheads="1"/>
          </p:cNvSpPr>
          <p:nvPr/>
        </p:nvSpPr>
        <p:spPr bwMode="auto">
          <a:xfrm rot="-5400000">
            <a:off x="2151856" y="2267744"/>
            <a:ext cx="1462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vragen</a:t>
            </a:r>
          </a:p>
        </p:txBody>
      </p:sp>
      <p:sp>
        <p:nvSpPr>
          <p:cNvPr id="13326" name="Rectangle 13"/>
          <p:cNvSpPr>
            <a:spLocks noChangeArrowheads="1"/>
          </p:cNvSpPr>
          <p:nvPr/>
        </p:nvSpPr>
        <p:spPr bwMode="auto">
          <a:xfrm>
            <a:off x="4267201" y="3962401"/>
            <a:ext cx="165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küsimused</a:t>
            </a:r>
          </a:p>
        </p:txBody>
      </p:sp>
      <p:sp>
        <p:nvSpPr>
          <p:cNvPr id="13327" name="Rectangle 14"/>
          <p:cNvSpPr>
            <a:spLocks noChangeArrowheads="1"/>
          </p:cNvSpPr>
          <p:nvPr/>
        </p:nvSpPr>
        <p:spPr bwMode="auto">
          <a:xfrm>
            <a:off x="7086600" y="2209801"/>
            <a:ext cx="1785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kysymykset</a:t>
            </a:r>
          </a:p>
        </p:txBody>
      </p:sp>
      <p:sp>
        <p:nvSpPr>
          <p:cNvPr id="13328" name="Rectangle 15"/>
          <p:cNvSpPr>
            <a:spLocks noChangeArrowheads="1"/>
          </p:cNvSpPr>
          <p:nvPr/>
        </p:nvSpPr>
        <p:spPr bwMode="auto">
          <a:xfrm rot="-5400000">
            <a:off x="1476376" y="2201863"/>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600">
                <a:solidFill>
                  <a:srgbClr val="FFFFFF"/>
                </a:solidFill>
                <a:latin typeface="Avenir Medium" charset="0"/>
              </a:rPr>
              <a:t>Fragen</a:t>
            </a:r>
          </a:p>
        </p:txBody>
      </p:sp>
      <p:sp>
        <p:nvSpPr>
          <p:cNvPr id="13329" name="Rectangle 16"/>
          <p:cNvSpPr>
            <a:spLocks noChangeArrowheads="1"/>
          </p:cNvSpPr>
          <p:nvPr/>
        </p:nvSpPr>
        <p:spPr bwMode="auto">
          <a:xfrm>
            <a:off x="5410200" y="26670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 </a:t>
            </a:r>
          </a:p>
        </p:txBody>
      </p:sp>
      <p:sp>
        <p:nvSpPr>
          <p:cNvPr id="13330" name="Rectangle 18"/>
          <p:cNvSpPr>
            <a:spLocks noChangeArrowheads="1"/>
          </p:cNvSpPr>
          <p:nvPr/>
        </p:nvSpPr>
        <p:spPr bwMode="auto">
          <a:xfrm>
            <a:off x="3276601" y="2133601"/>
            <a:ext cx="20617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सवालों के जवाब</a:t>
            </a:r>
          </a:p>
        </p:txBody>
      </p:sp>
      <p:sp>
        <p:nvSpPr>
          <p:cNvPr id="13331" name="Rectangle 19"/>
          <p:cNvSpPr>
            <a:spLocks noChangeArrowheads="1"/>
          </p:cNvSpPr>
          <p:nvPr/>
        </p:nvSpPr>
        <p:spPr bwMode="auto">
          <a:xfrm>
            <a:off x="1752600" y="3886200"/>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pertanyaan</a:t>
            </a:r>
          </a:p>
        </p:txBody>
      </p:sp>
      <p:sp>
        <p:nvSpPr>
          <p:cNvPr id="13332" name="Rectangle 20"/>
          <p:cNvSpPr>
            <a:spLocks noChangeArrowheads="1"/>
          </p:cNvSpPr>
          <p:nvPr/>
        </p:nvSpPr>
        <p:spPr bwMode="auto">
          <a:xfrm rot="-5400000">
            <a:off x="5919788" y="2279651"/>
            <a:ext cx="1728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domande</a:t>
            </a:r>
          </a:p>
        </p:txBody>
      </p:sp>
      <p:sp>
        <p:nvSpPr>
          <p:cNvPr id="13333" name="Rectangle 21"/>
          <p:cNvSpPr>
            <a:spLocks noChangeArrowheads="1"/>
          </p:cNvSpPr>
          <p:nvPr/>
        </p:nvSpPr>
        <p:spPr bwMode="auto">
          <a:xfrm>
            <a:off x="3886200" y="33528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ja-JP" altLang="en-US" sz="3200">
                <a:solidFill>
                  <a:srgbClr val="FFFFFF"/>
                </a:solidFill>
              </a:rPr>
              <a:t>質問</a:t>
            </a:r>
            <a:endParaRPr lang="en-US" sz="3200">
              <a:solidFill>
                <a:srgbClr val="FFFFFF"/>
              </a:solidFill>
            </a:endParaRPr>
          </a:p>
        </p:txBody>
      </p:sp>
      <p:sp>
        <p:nvSpPr>
          <p:cNvPr id="13334" name="Rectangle 22"/>
          <p:cNvSpPr>
            <a:spLocks noChangeArrowheads="1"/>
          </p:cNvSpPr>
          <p:nvPr/>
        </p:nvSpPr>
        <p:spPr bwMode="auto">
          <a:xfrm>
            <a:off x="5105401" y="2286001"/>
            <a:ext cx="159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perguntas</a:t>
            </a:r>
          </a:p>
        </p:txBody>
      </p:sp>
      <p:sp>
        <p:nvSpPr>
          <p:cNvPr id="13335" name="Rectangle 23"/>
          <p:cNvSpPr>
            <a:spLocks noChangeArrowheads="1"/>
          </p:cNvSpPr>
          <p:nvPr/>
        </p:nvSpPr>
        <p:spPr bwMode="auto">
          <a:xfrm>
            <a:off x="3654426" y="1600201"/>
            <a:ext cx="1398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Times" panose="02020603050405020304" pitchFamily="18" charset="0"/>
              </a:rPr>
              <a:t>вопросов</a:t>
            </a:r>
          </a:p>
        </p:txBody>
      </p:sp>
      <p:sp>
        <p:nvSpPr>
          <p:cNvPr id="13336" name="Rectangle 24"/>
          <p:cNvSpPr>
            <a:spLocks noChangeArrowheads="1"/>
          </p:cNvSpPr>
          <p:nvPr/>
        </p:nvSpPr>
        <p:spPr bwMode="auto">
          <a:xfrm>
            <a:off x="7162800" y="3360738"/>
            <a:ext cx="113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sorular</a:t>
            </a:r>
          </a:p>
        </p:txBody>
      </p:sp>
      <p:sp>
        <p:nvSpPr>
          <p:cNvPr id="13337" name="TextBox 25"/>
          <p:cNvSpPr txBox="1">
            <a:spLocks noChangeArrowheads="1"/>
          </p:cNvSpPr>
          <p:nvPr/>
        </p:nvSpPr>
        <p:spPr bwMode="auto">
          <a:xfrm>
            <a:off x="8991600" y="1371601"/>
            <a:ext cx="15240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19900">
                <a:solidFill>
                  <a:srgbClr val="FFFFFF"/>
                </a:solidFill>
                <a:latin typeface="Avenir Medium" charset="0"/>
              </a:rPr>
              <a:t>?</a:t>
            </a:r>
          </a:p>
        </p:txBody>
      </p:sp>
    </p:spTree>
    <p:extLst>
      <p:ext uri="{BB962C8B-B14F-4D97-AF65-F5344CB8AC3E}">
        <p14:creationId xmlns:p14="http://schemas.microsoft.com/office/powerpoint/2010/main" val="631109790"/>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hangingPunct="1"/>
            <a:fld id="{207FAFF6-E146-4F48-809E-3DA26EEA4871}" type="slidenum">
              <a:rPr lang="en-US" sz="1400">
                <a:latin typeface="Times" panose="02020603050405020304" pitchFamily="18" charset="0"/>
                <a:sym typeface="Times" panose="02020603050405020304" pitchFamily="18" charset="0"/>
              </a:rPr>
              <a:pPr eaLnBrk="1" hangingPunct="1"/>
              <a:t>22</a:t>
            </a:fld>
            <a:endParaRPr lang="en-US" sz="1400">
              <a:latin typeface="Times" panose="02020603050405020304" pitchFamily="18" charset="0"/>
              <a:sym typeface="Times" panose="02020603050405020304" pitchFamily="18" charset="0"/>
            </a:endParaRPr>
          </a:p>
        </p:txBody>
      </p:sp>
    </p:spTree>
    <p:extLst>
      <p:ext uri="{BB962C8B-B14F-4D97-AF65-F5344CB8AC3E}">
        <p14:creationId xmlns:p14="http://schemas.microsoft.com/office/powerpoint/2010/main" val="626447165"/>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itle &amp; Bullets">
  <a:themeElements>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A"/>
      </a:accent6>
      <a:hlink>
        <a:srgbClr val="009999"/>
      </a:hlink>
      <a:folHlink>
        <a:srgbClr val="99CC00"/>
      </a:folHlink>
    </a:clrScheme>
    <a:fontScheme name="Title &amp; Bullets">
      <a:majorFont>
        <a:latin typeface="Times"/>
        <a:ea typeface="ヒラギノ明朝 ProN W3"/>
        <a:cs typeface="ヒラギノ明朝 ProN W3"/>
      </a:majorFont>
      <a:minorFont>
        <a:latin typeface="Times"/>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CC99"/>
        </a:solidFill>
        <a:ln w="127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spDef>
    <a:lnDef>
      <a:spPr bwMode="auto">
        <a:solidFill>
          <a:srgbClr val="00CC99"/>
        </a:solidFill>
        <a:ln w="19050" cap="flat" cmpd="sng" algn="ctr">
          <a:solidFill>
            <a:srgbClr val="174C8E">
              <a:alpha val="84000"/>
            </a:srgbClr>
          </a:solidFill>
          <a:prstDash val="solid"/>
          <a:round/>
          <a:headEnd type="none" w="med" len="med"/>
          <a:tailEnd type="none" w="med" len="med"/>
        </a:ln>
        <a:effectLst/>
      </a:spPr>
      <a:body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1497</TotalTime>
  <Words>3536</Words>
  <Application>Microsoft Office PowerPoint</Application>
  <PresentationFormat>Widescreen</PresentationFormat>
  <Paragraphs>206</Paragraphs>
  <Slides>22</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22</vt:i4>
      </vt:variant>
    </vt:vector>
  </HeadingPairs>
  <TitlesOfParts>
    <vt:vector size="35" baseType="lpstr">
      <vt:lpstr>Arial</vt:lpstr>
      <vt:lpstr>Avenir Medium</vt:lpstr>
      <vt:lpstr>Calibri</vt:lpstr>
      <vt:lpstr>Calibri Light</vt:lpstr>
      <vt:lpstr>Iskoola Pota</vt:lpstr>
      <vt:lpstr>Symbol</vt:lpstr>
      <vt:lpstr>Times</vt:lpstr>
      <vt:lpstr>Times New Roman</vt:lpstr>
      <vt:lpstr>Verdana</vt:lpstr>
      <vt:lpstr>Wingdings</vt:lpstr>
      <vt:lpstr>ヒラギノ明朝 ProN W3</vt:lpstr>
      <vt:lpstr>Office Theme</vt:lpstr>
      <vt:lpstr>1_Title &amp; Bullets</vt:lpstr>
      <vt:lpstr>පළමු ප්‍රතිචාර පුහුණු වැඩසටහන</vt:lpstr>
      <vt:lpstr>PowerPoint Presentation</vt:lpstr>
      <vt:lpstr>PowerPoint Presentation</vt:lpstr>
      <vt:lpstr>පළමුව  ප්‍රතිචාර දක්වන්නා</vt:lpstr>
      <vt:lpstr>පළමුව  ප්‍රතිචාර දක්වන්නා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Military PC</dc:creator>
  <cp:lastModifiedBy>Military PC</cp:lastModifiedBy>
  <cp:revision>336</cp:revision>
  <cp:lastPrinted>2022-08-16T06:16:25Z</cp:lastPrinted>
  <dcterms:created xsi:type="dcterms:W3CDTF">2022-07-11T05:41:01Z</dcterms:created>
  <dcterms:modified xsi:type="dcterms:W3CDTF">2023-01-24T03:57:53Z</dcterms:modified>
</cp:coreProperties>
</file>