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 id="2147483816" r:id="rId2"/>
  </p:sldMasterIdLst>
  <p:notesMasterIdLst>
    <p:notesMasterId r:id="rId44"/>
  </p:notesMasterIdLst>
  <p:handoutMasterIdLst>
    <p:handoutMasterId r:id="rId45"/>
  </p:handoutMasterIdLst>
  <p:sldIdLst>
    <p:sldId id="269" r:id="rId3"/>
    <p:sldId id="268" r:id="rId4"/>
    <p:sldId id="267" r:id="rId5"/>
    <p:sldId id="321" r:id="rId6"/>
    <p:sldId id="335" r:id="rId7"/>
    <p:sldId id="336" r:id="rId8"/>
    <p:sldId id="337" r:id="rId9"/>
    <p:sldId id="338" r:id="rId10"/>
    <p:sldId id="340" r:id="rId11"/>
    <p:sldId id="341" r:id="rId12"/>
    <p:sldId id="344" r:id="rId13"/>
    <p:sldId id="343" r:id="rId14"/>
    <p:sldId id="346" r:id="rId15"/>
    <p:sldId id="328" r:id="rId16"/>
    <p:sldId id="330" r:id="rId17"/>
    <p:sldId id="332" r:id="rId18"/>
    <p:sldId id="333" r:id="rId19"/>
    <p:sldId id="261" r:id="rId20"/>
    <p:sldId id="334" r:id="rId21"/>
    <p:sldId id="309" r:id="rId22"/>
    <p:sldId id="314" r:id="rId23"/>
    <p:sldId id="347" r:id="rId24"/>
    <p:sldId id="349" r:id="rId25"/>
    <p:sldId id="350" r:id="rId26"/>
    <p:sldId id="351" r:id="rId27"/>
    <p:sldId id="352" r:id="rId28"/>
    <p:sldId id="353" r:id="rId29"/>
    <p:sldId id="354" r:id="rId30"/>
    <p:sldId id="355" r:id="rId31"/>
    <p:sldId id="356" r:id="rId32"/>
    <p:sldId id="357" r:id="rId33"/>
    <p:sldId id="358" r:id="rId34"/>
    <p:sldId id="359" r:id="rId35"/>
    <p:sldId id="360" r:id="rId36"/>
    <p:sldId id="361" r:id="rId37"/>
    <p:sldId id="362" r:id="rId38"/>
    <p:sldId id="363" r:id="rId39"/>
    <p:sldId id="364" r:id="rId40"/>
    <p:sldId id="365" r:id="rId41"/>
    <p:sldId id="366" r:id="rId42"/>
    <p:sldId id="367" r:id="rId43"/>
  </p:sldIdLst>
  <p:sldSz cx="12192000" cy="6858000"/>
  <p:notesSz cx="6800850" cy="99329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73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7035" cy="49837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2241" y="0"/>
            <a:ext cx="2947035" cy="498374"/>
          </a:xfrm>
          <a:prstGeom prst="rect">
            <a:avLst/>
          </a:prstGeom>
        </p:spPr>
        <p:txBody>
          <a:bodyPr vert="horz" lIns="91440" tIns="45720" rIns="91440" bIns="45720" rtlCol="0"/>
          <a:lstStyle>
            <a:lvl1pPr algn="r">
              <a:defRPr sz="1200"/>
            </a:lvl1pPr>
          </a:lstStyle>
          <a:p>
            <a:fld id="{8F881FE1-49FF-49A7-A7F1-7BA43AFF21B6}" type="datetimeFigureOut">
              <a:rPr lang="en-US" smtClean="0"/>
              <a:t>5/4/2023</a:t>
            </a:fld>
            <a:endParaRPr lang="en-US"/>
          </a:p>
        </p:txBody>
      </p:sp>
      <p:sp>
        <p:nvSpPr>
          <p:cNvPr id="4" name="Footer Placeholder 3"/>
          <p:cNvSpPr>
            <a:spLocks noGrp="1"/>
          </p:cNvSpPr>
          <p:nvPr>
            <p:ph type="ftr" sz="quarter" idx="2"/>
          </p:nvPr>
        </p:nvSpPr>
        <p:spPr>
          <a:xfrm>
            <a:off x="0" y="9434615"/>
            <a:ext cx="2947035" cy="498373"/>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2241" y="9434615"/>
            <a:ext cx="2947035" cy="498373"/>
          </a:xfrm>
          <a:prstGeom prst="rect">
            <a:avLst/>
          </a:prstGeom>
        </p:spPr>
        <p:txBody>
          <a:bodyPr vert="horz" lIns="91440" tIns="45720" rIns="91440" bIns="45720" rtlCol="0" anchor="b"/>
          <a:lstStyle>
            <a:lvl1pPr algn="r">
              <a:defRPr sz="1200"/>
            </a:lvl1pPr>
          </a:lstStyle>
          <a:p>
            <a:fld id="{72D6B333-660B-4C8D-ABAD-4F77470B39DA}" type="slidenum">
              <a:rPr lang="en-US" smtClean="0"/>
              <a:t>‹#›</a:t>
            </a:fld>
            <a:endParaRPr lang="en-US"/>
          </a:p>
        </p:txBody>
      </p:sp>
    </p:spTree>
    <p:extLst>
      <p:ext uri="{BB962C8B-B14F-4D97-AF65-F5344CB8AC3E}">
        <p14:creationId xmlns:p14="http://schemas.microsoft.com/office/powerpoint/2010/main" val="3880237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7035" cy="49837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2241" y="0"/>
            <a:ext cx="2947035" cy="498374"/>
          </a:xfrm>
          <a:prstGeom prst="rect">
            <a:avLst/>
          </a:prstGeom>
        </p:spPr>
        <p:txBody>
          <a:bodyPr vert="horz" lIns="91440" tIns="45720" rIns="91440" bIns="45720" rtlCol="0"/>
          <a:lstStyle>
            <a:lvl1pPr algn="r">
              <a:defRPr sz="1200"/>
            </a:lvl1pPr>
          </a:lstStyle>
          <a:p>
            <a:fld id="{96C6CE2F-C41B-4D8B-95EE-5D8EFFB3B4CF}" type="datetimeFigureOut">
              <a:rPr lang="en-US" smtClean="0"/>
              <a:t>5/4/2023</a:t>
            </a:fld>
            <a:endParaRPr lang="en-US"/>
          </a:p>
        </p:txBody>
      </p:sp>
      <p:sp>
        <p:nvSpPr>
          <p:cNvPr id="4" name="Slide Image Placeholder 3"/>
          <p:cNvSpPr>
            <a:spLocks noGrp="1" noRot="1" noChangeAspect="1"/>
          </p:cNvSpPr>
          <p:nvPr>
            <p:ph type="sldImg" idx="2"/>
          </p:nvPr>
        </p:nvSpPr>
        <p:spPr>
          <a:xfrm>
            <a:off x="420688" y="1241425"/>
            <a:ext cx="5959475" cy="3352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0085" y="4780250"/>
            <a:ext cx="5440680" cy="3911114"/>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34615"/>
            <a:ext cx="2947035" cy="49837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2241" y="9434615"/>
            <a:ext cx="2947035" cy="498373"/>
          </a:xfrm>
          <a:prstGeom prst="rect">
            <a:avLst/>
          </a:prstGeom>
        </p:spPr>
        <p:txBody>
          <a:bodyPr vert="horz" lIns="91440" tIns="45720" rIns="91440" bIns="45720" rtlCol="0" anchor="b"/>
          <a:lstStyle>
            <a:lvl1pPr algn="r">
              <a:defRPr sz="1200"/>
            </a:lvl1pPr>
          </a:lstStyle>
          <a:p>
            <a:fld id="{09534173-98C6-48F6-BF0E-3F7CF82424BD}" type="slidenum">
              <a:rPr lang="en-US" smtClean="0"/>
              <a:t>‹#›</a:t>
            </a:fld>
            <a:endParaRPr lang="en-US"/>
          </a:p>
        </p:txBody>
      </p:sp>
    </p:spTree>
    <p:extLst>
      <p:ext uri="{BB962C8B-B14F-4D97-AF65-F5344CB8AC3E}">
        <p14:creationId xmlns:p14="http://schemas.microsoft.com/office/powerpoint/2010/main" val="95483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9534173-98C6-48F6-BF0E-3F7CF82424BD}" type="slidenum">
              <a:rPr lang="en-US" smtClean="0"/>
              <a:t>18</a:t>
            </a:fld>
            <a:endParaRPr lang="en-US"/>
          </a:p>
        </p:txBody>
      </p:sp>
    </p:spTree>
    <p:extLst>
      <p:ext uri="{BB962C8B-B14F-4D97-AF65-F5344CB8AC3E}">
        <p14:creationId xmlns:p14="http://schemas.microsoft.com/office/powerpoint/2010/main" val="17383430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9534173-98C6-48F6-BF0E-3F7CF82424BD}" type="slidenum">
              <a:rPr lang="en-US" smtClean="0"/>
              <a:t>28</a:t>
            </a:fld>
            <a:endParaRPr lang="en-US"/>
          </a:p>
        </p:txBody>
      </p:sp>
    </p:spTree>
    <p:extLst>
      <p:ext uri="{BB962C8B-B14F-4D97-AF65-F5344CB8AC3E}">
        <p14:creationId xmlns:p14="http://schemas.microsoft.com/office/powerpoint/2010/main" val="34259215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9534173-98C6-48F6-BF0E-3F7CF82424BD}" type="slidenum">
              <a:rPr lang="en-US" smtClean="0"/>
              <a:t>29</a:t>
            </a:fld>
            <a:endParaRPr lang="en-US"/>
          </a:p>
        </p:txBody>
      </p:sp>
    </p:spTree>
    <p:extLst>
      <p:ext uri="{BB962C8B-B14F-4D97-AF65-F5344CB8AC3E}">
        <p14:creationId xmlns:p14="http://schemas.microsoft.com/office/powerpoint/2010/main" val="3493034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EF62D13-26C6-49E8-A6B9-CF97DB82E248}" type="datetimeFigureOut">
              <a:rPr lang="en-US" smtClean="0"/>
              <a:t>5/4/2023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671770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F62D13-26C6-49E8-A6B9-CF97DB82E248}" type="datetimeFigureOut">
              <a:rPr lang="en-US" smtClean="0"/>
              <a:t>5/4/2023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3328178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F62D13-26C6-49E8-A6B9-CF97DB82E248}" type="datetimeFigureOut">
              <a:rPr lang="en-US" smtClean="0"/>
              <a:t>5/4/2023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3348232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EF62D13-26C6-49E8-A6B9-CF97DB82E248}" type="datetimeFigureOut">
              <a:rPr lang="en-US" smtClean="0"/>
              <a:t>5/4/2023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556693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EF62D13-26C6-49E8-A6B9-CF97DB82E248}" type="datetimeFigureOut">
              <a:rPr lang="en-US" smtClean="0"/>
              <a:t>5/4/2023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2398434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F62D13-26C6-49E8-A6B9-CF97DB82E248}" type="datetimeFigureOut">
              <a:rPr lang="en-US" smtClean="0"/>
              <a:t>5/4/2023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2879594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F62D13-26C6-49E8-A6B9-CF97DB82E248}" type="datetimeFigureOut">
              <a:rPr lang="en-US" smtClean="0"/>
              <a:t>5/4/2023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1165189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F62D13-26C6-49E8-A6B9-CF97DB82E248}" type="datetimeFigureOut">
              <a:rPr lang="en-US" smtClean="0"/>
              <a:t>5/4/2023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1246482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F62D13-26C6-49E8-A6B9-CF97DB82E248}" type="datetimeFigureOut">
              <a:rPr lang="en-US" smtClean="0"/>
              <a:t>5/4/2023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3774925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F62D13-26C6-49E8-A6B9-CF97DB82E248}" type="datetimeFigureOut">
              <a:rPr lang="en-US" smtClean="0"/>
              <a:t>5/4/2023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3686709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F62D13-26C6-49E8-A6B9-CF97DB82E248}" type="datetimeFigureOut">
              <a:rPr lang="en-US" smtClean="0"/>
              <a:t>5/4/2023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8867216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pic>
        <p:nvPicPr>
          <p:cNvPr id="5" name="Picture 7" descr="ocha-insarag-logo.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71500" y="914400"/>
            <a:ext cx="11082867"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ontent Placeholder 3"/>
          <p:cNvSpPr>
            <a:spLocks noGrp="1"/>
          </p:cNvSpPr>
          <p:nvPr>
            <p:ph sz="quarter" idx="11"/>
          </p:nvPr>
        </p:nvSpPr>
        <p:spPr>
          <a:xfrm>
            <a:off x="101600" y="0"/>
            <a:ext cx="12090400" cy="762000"/>
          </a:xfrm>
          <a:solidFill>
            <a:schemeClr val="bg1"/>
          </a:solidFill>
        </p:spPr>
        <p:txBody>
          <a:bodyPr/>
          <a:lstStyle>
            <a:lvl1pPr marL="39688" indent="0">
              <a:buNone/>
              <a:defRPr/>
            </a:lvl1pPr>
          </a:lstStyle>
          <a:p>
            <a:pPr lvl="0"/>
            <a:endParaRPr lang="en-GB" dirty="0" smtClean="0"/>
          </a:p>
        </p:txBody>
      </p:sp>
      <p:sp>
        <p:nvSpPr>
          <p:cNvPr id="6" name="Content Placeholder 5"/>
          <p:cNvSpPr>
            <a:spLocks noGrp="1"/>
          </p:cNvSpPr>
          <p:nvPr>
            <p:ph sz="quarter" idx="12"/>
          </p:nvPr>
        </p:nvSpPr>
        <p:spPr>
          <a:xfrm>
            <a:off x="0" y="5943600"/>
            <a:ext cx="12192000" cy="914400"/>
          </a:xfrm>
          <a:solidFill>
            <a:schemeClr val="bg1"/>
          </a:solidFill>
        </p:spPr>
        <p:txBody>
          <a:bodyPr/>
          <a:lstStyle>
            <a:lvl5pPr marL="1766888" indent="0">
              <a:buNone/>
              <a:defRPr/>
            </a:lvl5pPr>
          </a:lstStyle>
          <a:p>
            <a:pPr lvl="4"/>
            <a:endParaRPr lang="en-US" dirty="0"/>
          </a:p>
        </p:txBody>
      </p:sp>
      <p:sp>
        <p:nvSpPr>
          <p:cNvPr id="7" name="Text Box 3"/>
          <p:cNvSpPr txBox="1">
            <a:spLocks noGrp="1" noChangeArrowheads="1"/>
          </p:cNvSpPr>
          <p:nvPr>
            <p:ph type="sldNum" sz="quarter" idx="13"/>
          </p:nvPr>
        </p:nvSpPr>
        <p:spPr>
          <a:xfrm>
            <a:off x="9812867" y="6248400"/>
            <a:ext cx="389467" cy="330200"/>
          </a:xfrm>
          <a:prstGeom prst="rect">
            <a:avLst/>
          </a:prstGeom>
        </p:spPr>
        <p:txBody>
          <a:bodyPr vert="horz" wrap="square" lIns="91440" tIns="45720" rIns="91440" bIns="45720" numCol="1" anchor="t" anchorCtr="0" compatLnSpc="1">
            <a:prstTxWarp prst="textNoShape">
              <a:avLst/>
            </a:prstTxWarp>
          </a:bodyPr>
          <a:lstStyle>
            <a:lvl1pPr>
              <a:defRPr/>
            </a:lvl1pPr>
          </a:lstStyle>
          <a:p>
            <a:fld id="{268CC436-DB0C-4D40-95CD-0C678C839DC7}" type="slidenum">
              <a:rPr lang="en-US"/>
              <a:pPr/>
              <a:t>‹#›</a:t>
            </a:fld>
            <a:endParaRPr lang="en-US"/>
          </a:p>
        </p:txBody>
      </p:sp>
    </p:spTree>
    <p:extLst>
      <p:ext uri="{BB962C8B-B14F-4D97-AF65-F5344CB8AC3E}">
        <p14:creationId xmlns:p14="http://schemas.microsoft.com/office/powerpoint/2010/main" val="3510218014"/>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295401"/>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2766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94686425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7780477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3600" b="0"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963084" y="1066801"/>
            <a:ext cx="10363200" cy="33401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876592862"/>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08000" y="1981200"/>
            <a:ext cx="54864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981200"/>
            <a:ext cx="54864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47898896"/>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1066800"/>
            <a:ext cx="10972800" cy="1143000"/>
          </a:xfrm>
        </p:spPr>
        <p:txBody>
          <a:bodyPr/>
          <a:lstStyle>
            <a:lvl1pPr>
              <a:defRPr sz="3600"/>
            </a:lvl1pPr>
          </a:lstStyle>
          <a:p>
            <a:r>
              <a:rPr lang="en-US" dirty="0" smtClean="0"/>
              <a:t>Click to edit Master title style</a:t>
            </a:r>
            <a:endParaRPr lang="en-US" dirty="0"/>
          </a:p>
        </p:txBody>
      </p:sp>
      <p:sp>
        <p:nvSpPr>
          <p:cNvPr id="3" name="Text Placeholder 2"/>
          <p:cNvSpPr>
            <a:spLocks noGrp="1"/>
          </p:cNvSpPr>
          <p:nvPr>
            <p:ph type="body" idx="1"/>
          </p:nvPr>
        </p:nvSpPr>
        <p:spPr>
          <a:xfrm>
            <a:off x="609600" y="2408238"/>
            <a:ext cx="5386917"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609600" y="3276600"/>
            <a:ext cx="5386917" cy="27432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6193368" y="2408238"/>
            <a:ext cx="5389033"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3276600"/>
            <a:ext cx="5389033" cy="27432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416199420"/>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061898604"/>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875001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838200"/>
            <a:ext cx="4011084" cy="1162050"/>
          </a:xfrm>
        </p:spPr>
        <p:txBody>
          <a:bodyPr anchor="b"/>
          <a:lstStyle>
            <a:lvl1pPr algn="l">
              <a:defRPr sz="2000" b="1" i="0"/>
            </a:lvl1pPr>
          </a:lstStyle>
          <a:p>
            <a:r>
              <a:rPr lang="en-US" dirty="0" smtClean="0"/>
              <a:t>Click to edit Master title style</a:t>
            </a:r>
            <a:endParaRPr lang="en-US" dirty="0"/>
          </a:p>
        </p:txBody>
      </p:sp>
      <p:sp>
        <p:nvSpPr>
          <p:cNvPr id="3" name="Content Placeholder 2"/>
          <p:cNvSpPr>
            <a:spLocks noGrp="1"/>
          </p:cNvSpPr>
          <p:nvPr>
            <p:ph idx="1"/>
          </p:nvPr>
        </p:nvSpPr>
        <p:spPr>
          <a:xfrm>
            <a:off x="4766733" y="990601"/>
            <a:ext cx="6815667" cy="50292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2133601"/>
            <a:ext cx="4011084" cy="38862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23836281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800600"/>
            <a:ext cx="10668000" cy="457200"/>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914400" y="990600"/>
            <a:ext cx="10668000" cy="373697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Times" charset="0"/>
            </a:endParaRPr>
          </a:p>
        </p:txBody>
      </p:sp>
      <p:sp>
        <p:nvSpPr>
          <p:cNvPr id="4" name="Text Placeholder 3"/>
          <p:cNvSpPr>
            <a:spLocks noGrp="1"/>
          </p:cNvSpPr>
          <p:nvPr>
            <p:ph type="body" sz="half" idx="2"/>
          </p:nvPr>
        </p:nvSpPr>
        <p:spPr>
          <a:xfrm>
            <a:off x="914400" y="5367338"/>
            <a:ext cx="10668000" cy="6524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130678103"/>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5" name="Picture 7" descr="ocha-insarag-logo.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71500" y="914400"/>
            <a:ext cx="11082867"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ontent Placeholder 3"/>
          <p:cNvSpPr>
            <a:spLocks noGrp="1"/>
          </p:cNvSpPr>
          <p:nvPr>
            <p:ph sz="quarter" idx="11"/>
          </p:nvPr>
        </p:nvSpPr>
        <p:spPr>
          <a:xfrm>
            <a:off x="101600" y="0"/>
            <a:ext cx="12090400" cy="762000"/>
          </a:xfrm>
          <a:solidFill>
            <a:schemeClr val="bg1"/>
          </a:solidFill>
        </p:spPr>
        <p:txBody>
          <a:bodyPr/>
          <a:lstStyle>
            <a:lvl1pPr marL="39688" indent="0">
              <a:buNone/>
              <a:defRPr/>
            </a:lvl1pPr>
          </a:lstStyle>
          <a:p>
            <a:pPr lvl="0"/>
            <a:endParaRPr lang="en-GB" dirty="0" smtClean="0"/>
          </a:p>
        </p:txBody>
      </p:sp>
      <p:sp>
        <p:nvSpPr>
          <p:cNvPr id="6" name="Content Placeholder 5"/>
          <p:cNvSpPr>
            <a:spLocks noGrp="1"/>
          </p:cNvSpPr>
          <p:nvPr>
            <p:ph sz="quarter" idx="12"/>
          </p:nvPr>
        </p:nvSpPr>
        <p:spPr>
          <a:xfrm>
            <a:off x="0" y="5943600"/>
            <a:ext cx="12192000" cy="914400"/>
          </a:xfrm>
          <a:solidFill>
            <a:schemeClr val="bg1"/>
          </a:solidFill>
        </p:spPr>
        <p:txBody>
          <a:bodyPr/>
          <a:lstStyle>
            <a:lvl5pPr marL="1766888" indent="0">
              <a:buNone/>
              <a:defRPr/>
            </a:lvl5pPr>
          </a:lstStyle>
          <a:p>
            <a:pPr lvl="4"/>
            <a:endParaRPr lang="en-US" dirty="0"/>
          </a:p>
        </p:txBody>
      </p:sp>
      <p:sp>
        <p:nvSpPr>
          <p:cNvPr id="7" name="Text Box 3"/>
          <p:cNvSpPr txBox="1">
            <a:spLocks noGrp="1" noChangeArrowheads="1"/>
          </p:cNvSpPr>
          <p:nvPr>
            <p:ph type="sldNum" sz="quarter" idx="13"/>
          </p:nvPr>
        </p:nvSpPr>
        <p:spPr>
          <a:xfrm>
            <a:off x="9812867" y="6248400"/>
            <a:ext cx="389467" cy="330200"/>
          </a:xfrm>
          <a:prstGeom prst="rect">
            <a:avLst/>
          </a:prstGeom>
        </p:spPr>
        <p:txBody>
          <a:bodyPr vert="horz" wrap="square" lIns="91440" tIns="45720" rIns="91440" bIns="45720" numCol="1" anchor="t" anchorCtr="0" compatLnSpc="1">
            <a:prstTxWarp prst="textNoShape">
              <a:avLst/>
            </a:prstTxWarp>
          </a:bodyPr>
          <a:lstStyle>
            <a:lvl1pPr>
              <a:defRPr/>
            </a:lvl1pPr>
          </a:lstStyle>
          <a:p>
            <a:pPr fontAlgn="base">
              <a:spcBef>
                <a:spcPct val="0"/>
              </a:spcBef>
              <a:spcAft>
                <a:spcPct val="0"/>
              </a:spcAft>
            </a:pPr>
            <a:fld id="{268CC436-DB0C-4D40-95CD-0C678C839DC7}" type="slidenum">
              <a:rPr lang="en-US" sz="1200" smtClean="0">
                <a:solidFill>
                  <a:srgbClr val="000000"/>
                </a:solidFill>
                <a:latin typeface="Times New Roman" panose="02020603050405020304" pitchFamily="18" charset="0"/>
                <a:sym typeface="Times New Roman" panose="02020603050405020304" pitchFamily="18" charset="0"/>
              </a:rPr>
              <a:pPr fontAlgn="base">
                <a:spcBef>
                  <a:spcPct val="0"/>
                </a:spcBef>
                <a:spcAft>
                  <a:spcPct val="0"/>
                </a:spcAft>
              </a:pPr>
              <a:t>‹#›</a:t>
            </a:fld>
            <a:endParaRPr lang="en-US" sz="1200" smtClean="0">
              <a:solidFill>
                <a:srgbClr val="000000"/>
              </a:solidFill>
              <a:latin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31081140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3.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image" Target="../media/image2.emf"/><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2.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F62D13-26C6-49E8-A6B9-CF97DB82E248}" type="datetimeFigureOut">
              <a:rPr lang="en-US" smtClean="0"/>
              <a:t>5/4/2023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A5261C-F097-45A2-87DD-04B5855E2117}" type="slidenum">
              <a:rPr lang="en-US" smtClean="0"/>
              <a:t>‹#›</a:t>
            </a:fld>
            <a:endParaRPr lang="en-US"/>
          </a:p>
        </p:txBody>
      </p:sp>
    </p:spTree>
    <p:extLst>
      <p:ext uri="{BB962C8B-B14F-4D97-AF65-F5344CB8AC3E}">
        <p14:creationId xmlns:p14="http://schemas.microsoft.com/office/powerpoint/2010/main" val="180344048"/>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2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508000" y="990600"/>
            <a:ext cx="11176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91440" bIns="50800" numCol="1" anchor="ctr" anchorCtr="0" compatLnSpc="1">
            <a:prstTxWarp prst="textNoShape">
              <a:avLst/>
            </a:prstTxWarp>
          </a:bodyPr>
          <a:lstStyle/>
          <a:p>
            <a:pPr lvl="0"/>
            <a:r>
              <a:rPr lang="en-US" smtClean="0">
                <a:sym typeface="Times" panose="02020603050405020304" pitchFamily="18" charset="0"/>
              </a:rPr>
              <a:t>Click to edit Master title style</a:t>
            </a:r>
          </a:p>
        </p:txBody>
      </p:sp>
      <p:sp>
        <p:nvSpPr>
          <p:cNvPr id="1027" name="Rectangle 2"/>
          <p:cNvSpPr>
            <a:spLocks noGrp="1" noChangeArrowheads="1"/>
          </p:cNvSpPr>
          <p:nvPr>
            <p:ph type="body" idx="1"/>
          </p:nvPr>
        </p:nvSpPr>
        <p:spPr bwMode="auto">
          <a:xfrm>
            <a:off x="508000" y="1981200"/>
            <a:ext cx="111760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91440" bIns="50800" numCol="1" anchor="t" anchorCtr="0" compatLnSpc="1">
            <a:prstTxWarp prst="textNoShape">
              <a:avLst/>
            </a:prstTxWarp>
          </a:bodyPr>
          <a:lstStyle/>
          <a:p>
            <a:pPr lvl="0"/>
            <a:r>
              <a:rPr lang="en-US" smtClean="0">
                <a:sym typeface="Times" panose="02020603050405020304" pitchFamily="18" charset="0"/>
              </a:rPr>
              <a:t>Click to edit Master text styles</a:t>
            </a:r>
          </a:p>
          <a:p>
            <a:pPr lvl="1"/>
            <a:r>
              <a:rPr lang="en-US" smtClean="0">
                <a:sym typeface="Times" panose="02020603050405020304" pitchFamily="18" charset="0"/>
              </a:rPr>
              <a:t>Second level</a:t>
            </a:r>
          </a:p>
          <a:p>
            <a:pPr lvl="2"/>
            <a:r>
              <a:rPr lang="en-US" smtClean="0">
                <a:sym typeface="Times" panose="02020603050405020304" pitchFamily="18" charset="0"/>
              </a:rPr>
              <a:t>Third level</a:t>
            </a:r>
          </a:p>
          <a:p>
            <a:pPr lvl="3"/>
            <a:r>
              <a:rPr lang="en-US" smtClean="0">
                <a:sym typeface="Times" panose="02020603050405020304" pitchFamily="18" charset="0"/>
              </a:rPr>
              <a:t>Fourth level</a:t>
            </a:r>
          </a:p>
          <a:p>
            <a:pPr lvl="4"/>
            <a:r>
              <a:rPr lang="en-US" smtClean="0">
                <a:sym typeface="Times" panose="02020603050405020304" pitchFamily="18" charset="0"/>
              </a:rPr>
              <a:t>Fifth level</a:t>
            </a:r>
          </a:p>
        </p:txBody>
      </p:sp>
      <p:pic>
        <p:nvPicPr>
          <p:cNvPr id="5" name="Picture 6"/>
          <p:cNvPicPr>
            <a:picLocks noChangeAspect="1"/>
          </p:cNvPicPr>
          <p:nvPr userDrawn="1"/>
        </p:nvPicPr>
        <p:blipFill>
          <a:blip r:embed="rId12"/>
          <a:srcRect/>
          <a:stretch>
            <a:fillRect/>
          </a:stretch>
        </p:blipFill>
        <p:spPr bwMode="auto">
          <a:xfrm>
            <a:off x="203200" y="152400"/>
            <a:ext cx="3556000" cy="38893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1029" name="Picture 18"/>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03200" y="6248400"/>
            <a:ext cx="2844800" cy="533400"/>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030" name="Picture 2"/>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0464800" y="6065839"/>
            <a:ext cx="149013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1" name="Straight Connector 2"/>
          <p:cNvCxnSpPr>
            <a:cxnSpLocks noChangeShapeType="1"/>
          </p:cNvCxnSpPr>
          <p:nvPr userDrawn="1"/>
        </p:nvCxnSpPr>
        <p:spPr bwMode="auto">
          <a:xfrm>
            <a:off x="3100917" y="6300788"/>
            <a:ext cx="7416800" cy="0"/>
          </a:xfrm>
          <a:prstGeom prst="line">
            <a:avLst/>
          </a:prstGeom>
          <a:noFill/>
          <a:ln w="20320">
            <a:solidFill>
              <a:srgbClr val="174C8E">
                <a:alpha val="90195"/>
              </a:srgbClr>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844375328"/>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Lst>
  <p:transition/>
  <p:hf hdr="0" ftr="0" dt="0"/>
  <p:txStyles>
    <p:titleStyle>
      <a:lvl1pPr marL="39688" indent="-39688" algn="ctr" rtl="0" eaLnBrk="0" fontAlgn="base" hangingPunct="0">
        <a:spcBef>
          <a:spcPct val="0"/>
        </a:spcBef>
        <a:spcAft>
          <a:spcPct val="0"/>
        </a:spcAft>
        <a:defRPr sz="4400">
          <a:solidFill>
            <a:schemeClr val="tx1"/>
          </a:solidFill>
          <a:latin typeface="Verdana"/>
          <a:ea typeface="+mj-ea"/>
          <a:cs typeface="Verdana"/>
          <a:sym typeface="Times" panose="02020603050405020304" pitchFamily="18" charset="0"/>
        </a:defRPr>
      </a:lvl1pPr>
      <a:lvl2pPr marL="39688" indent="-39688" algn="ctr" rtl="0" eaLnBrk="0" fontAlgn="base" hangingPunct="0">
        <a:spcBef>
          <a:spcPct val="0"/>
        </a:spcBef>
        <a:spcAft>
          <a:spcPct val="0"/>
        </a:spcAft>
        <a:defRPr sz="4400">
          <a:solidFill>
            <a:schemeClr val="tx1"/>
          </a:solidFill>
          <a:latin typeface="Verdana" charset="0"/>
          <a:ea typeface="ヒラギノ明朝 ProN W3" charset="0"/>
          <a:cs typeface="Verdana" panose="020B0604030504040204" pitchFamily="34" charset="0"/>
          <a:sym typeface="Times" panose="02020603050405020304" pitchFamily="18" charset="0"/>
        </a:defRPr>
      </a:lvl2pPr>
      <a:lvl3pPr marL="39688" indent="-39688" algn="ctr" rtl="0" eaLnBrk="0" fontAlgn="base" hangingPunct="0">
        <a:spcBef>
          <a:spcPct val="0"/>
        </a:spcBef>
        <a:spcAft>
          <a:spcPct val="0"/>
        </a:spcAft>
        <a:defRPr sz="4400">
          <a:solidFill>
            <a:schemeClr val="tx1"/>
          </a:solidFill>
          <a:latin typeface="Verdana" charset="0"/>
          <a:ea typeface="ヒラギノ明朝 ProN W3" charset="0"/>
          <a:cs typeface="Verdana" panose="020B0604030504040204" pitchFamily="34" charset="0"/>
          <a:sym typeface="Times" panose="02020603050405020304" pitchFamily="18" charset="0"/>
        </a:defRPr>
      </a:lvl3pPr>
      <a:lvl4pPr marL="39688" indent="-39688" algn="ctr" rtl="0" eaLnBrk="0" fontAlgn="base" hangingPunct="0">
        <a:spcBef>
          <a:spcPct val="0"/>
        </a:spcBef>
        <a:spcAft>
          <a:spcPct val="0"/>
        </a:spcAft>
        <a:defRPr sz="4400">
          <a:solidFill>
            <a:schemeClr val="tx1"/>
          </a:solidFill>
          <a:latin typeface="Verdana" charset="0"/>
          <a:ea typeface="ヒラギノ明朝 ProN W3" charset="0"/>
          <a:cs typeface="Verdana" panose="020B0604030504040204" pitchFamily="34" charset="0"/>
          <a:sym typeface="Times" panose="02020603050405020304" pitchFamily="18" charset="0"/>
        </a:defRPr>
      </a:lvl4pPr>
      <a:lvl5pPr marL="39688" indent="-39688" algn="ctr" rtl="0" eaLnBrk="0" fontAlgn="base" hangingPunct="0">
        <a:spcBef>
          <a:spcPct val="0"/>
        </a:spcBef>
        <a:spcAft>
          <a:spcPct val="0"/>
        </a:spcAft>
        <a:defRPr sz="4400">
          <a:solidFill>
            <a:schemeClr val="tx1"/>
          </a:solidFill>
          <a:latin typeface="Verdana" charset="0"/>
          <a:ea typeface="ヒラギノ明朝 ProN W3" charset="0"/>
          <a:cs typeface="Verdana" panose="020B0604030504040204" pitchFamily="34" charset="0"/>
          <a:sym typeface="Times" panose="02020603050405020304" pitchFamily="18" charset="0"/>
        </a:defRPr>
      </a:lvl5pPr>
      <a:lvl6pPr marL="496888" algn="ctr" rtl="0" fontAlgn="base">
        <a:spcBef>
          <a:spcPct val="0"/>
        </a:spcBef>
        <a:spcAft>
          <a:spcPct val="0"/>
        </a:spcAft>
        <a:defRPr sz="4400">
          <a:solidFill>
            <a:schemeClr val="tx1"/>
          </a:solidFill>
          <a:latin typeface="Times" charset="0"/>
          <a:ea typeface="ヒラギノ明朝 ProN W3" charset="0"/>
          <a:cs typeface="ヒラギノ明朝 ProN W3" charset="0"/>
          <a:sym typeface="Times" charset="0"/>
        </a:defRPr>
      </a:lvl6pPr>
      <a:lvl7pPr marL="954088" algn="ctr" rtl="0" fontAlgn="base">
        <a:spcBef>
          <a:spcPct val="0"/>
        </a:spcBef>
        <a:spcAft>
          <a:spcPct val="0"/>
        </a:spcAft>
        <a:defRPr sz="4400">
          <a:solidFill>
            <a:schemeClr val="tx1"/>
          </a:solidFill>
          <a:latin typeface="Times" charset="0"/>
          <a:ea typeface="ヒラギノ明朝 ProN W3" charset="0"/>
          <a:cs typeface="ヒラギノ明朝 ProN W3" charset="0"/>
          <a:sym typeface="Times" charset="0"/>
        </a:defRPr>
      </a:lvl7pPr>
      <a:lvl8pPr marL="1411288" algn="ctr" rtl="0" fontAlgn="base">
        <a:spcBef>
          <a:spcPct val="0"/>
        </a:spcBef>
        <a:spcAft>
          <a:spcPct val="0"/>
        </a:spcAft>
        <a:defRPr sz="4400">
          <a:solidFill>
            <a:schemeClr val="tx1"/>
          </a:solidFill>
          <a:latin typeface="Times" charset="0"/>
          <a:ea typeface="ヒラギノ明朝 ProN W3" charset="0"/>
          <a:cs typeface="ヒラギノ明朝 ProN W3" charset="0"/>
          <a:sym typeface="Times" charset="0"/>
        </a:defRPr>
      </a:lvl8pPr>
      <a:lvl9pPr marL="1868488" algn="ctr" rtl="0" fontAlgn="base">
        <a:spcBef>
          <a:spcPct val="0"/>
        </a:spcBef>
        <a:spcAft>
          <a:spcPct val="0"/>
        </a:spcAft>
        <a:defRPr sz="4400">
          <a:solidFill>
            <a:schemeClr val="tx1"/>
          </a:solidFill>
          <a:latin typeface="Times" charset="0"/>
          <a:ea typeface="ヒラギノ明朝 ProN W3" charset="0"/>
          <a:cs typeface="ヒラギノ明朝 ProN W3" charset="0"/>
          <a:sym typeface="Times" charset="0"/>
        </a:defRPr>
      </a:lvl9pPr>
    </p:titleStyle>
    <p:bodyStyle>
      <a:lvl1pPr marL="382588" indent="-342900" algn="l" rtl="0" eaLnBrk="0" fontAlgn="base" hangingPunct="0">
        <a:spcBef>
          <a:spcPts val="800"/>
        </a:spcBef>
        <a:spcAft>
          <a:spcPct val="0"/>
        </a:spcAft>
        <a:buClr>
          <a:srgbClr val="000000"/>
        </a:buClr>
        <a:buSzPct val="100000"/>
        <a:buFont typeface="Times" panose="02020603050405020304" pitchFamily="18" charset="0"/>
        <a:buChar char="•"/>
        <a:defRPr sz="3200">
          <a:solidFill>
            <a:schemeClr val="tx1"/>
          </a:solidFill>
          <a:latin typeface="Verdana"/>
          <a:ea typeface="+mn-ea"/>
          <a:cs typeface="Verdana"/>
          <a:sym typeface="Times" panose="02020603050405020304" pitchFamily="18" charset="0"/>
        </a:defRPr>
      </a:lvl1pPr>
      <a:lvl2pPr marL="681038" indent="-285750" algn="l" rtl="0" eaLnBrk="0" fontAlgn="base" hangingPunct="0">
        <a:spcBef>
          <a:spcPts val="700"/>
        </a:spcBef>
        <a:spcAft>
          <a:spcPct val="0"/>
        </a:spcAft>
        <a:buClr>
          <a:srgbClr val="000000"/>
        </a:buClr>
        <a:buSzPct val="100000"/>
        <a:buFont typeface="Times" panose="02020603050405020304" pitchFamily="18" charset="0"/>
        <a:buChar char="–"/>
        <a:defRPr sz="2800">
          <a:solidFill>
            <a:schemeClr val="tx1"/>
          </a:solidFill>
          <a:latin typeface="Verdana"/>
          <a:ea typeface="+mn-ea"/>
          <a:cs typeface="Verdana"/>
          <a:sym typeface="Times" panose="02020603050405020304" pitchFamily="18" charset="0"/>
        </a:defRPr>
      </a:lvl2pPr>
      <a:lvl3pPr marL="1081088" indent="-228600" algn="l" rtl="0" eaLnBrk="0" fontAlgn="base" hangingPunct="0">
        <a:spcBef>
          <a:spcPts val="600"/>
        </a:spcBef>
        <a:spcAft>
          <a:spcPct val="0"/>
        </a:spcAft>
        <a:buClr>
          <a:srgbClr val="000000"/>
        </a:buClr>
        <a:buSzPct val="100000"/>
        <a:buFont typeface="Times" panose="02020603050405020304" pitchFamily="18" charset="0"/>
        <a:buChar char="•"/>
        <a:defRPr sz="2400">
          <a:solidFill>
            <a:schemeClr val="tx1"/>
          </a:solidFill>
          <a:latin typeface="Verdana"/>
          <a:ea typeface="+mn-ea"/>
          <a:cs typeface="Verdana"/>
          <a:sym typeface="Times" panose="02020603050405020304" pitchFamily="18" charset="0"/>
        </a:defRPr>
      </a:lvl3pPr>
      <a:lvl4pPr marL="1538288" indent="-228600" algn="l" rtl="0" eaLnBrk="0" fontAlgn="base" hangingPunct="0">
        <a:spcBef>
          <a:spcPts val="500"/>
        </a:spcBef>
        <a:spcAft>
          <a:spcPct val="0"/>
        </a:spcAft>
        <a:buClr>
          <a:srgbClr val="000000"/>
        </a:buClr>
        <a:buSzPct val="100000"/>
        <a:buFont typeface="Times" panose="02020603050405020304" pitchFamily="18" charset="0"/>
        <a:buChar char="–"/>
        <a:defRPr sz="2000">
          <a:solidFill>
            <a:schemeClr val="tx1"/>
          </a:solidFill>
          <a:latin typeface="Verdana"/>
          <a:ea typeface="+mn-ea"/>
          <a:cs typeface="Verdana"/>
          <a:sym typeface="Times" panose="02020603050405020304" pitchFamily="18" charset="0"/>
        </a:defRPr>
      </a:lvl4pPr>
      <a:lvl5pPr marL="1995488" indent="-228600" algn="l" rtl="0" eaLnBrk="0" fontAlgn="base" hangingPunct="0">
        <a:spcBef>
          <a:spcPts val="500"/>
        </a:spcBef>
        <a:spcAft>
          <a:spcPct val="0"/>
        </a:spcAft>
        <a:buClr>
          <a:srgbClr val="000000"/>
        </a:buClr>
        <a:buSzPct val="100000"/>
        <a:buFont typeface="Times" panose="02020603050405020304" pitchFamily="18" charset="0"/>
        <a:buChar char="»"/>
        <a:defRPr sz="2000">
          <a:solidFill>
            <a:schemeClr val="tx1"/>
          </a:solidFill>
          <a:latin typeface="Verdana"/>
          <a:ea typeface="+mn-ea"/>
          <a:cs typeface="Verdana"/>
          <a:sym typeface="Times" panose="02020603050405020304" pitchFamily="18" charset="0"/>
        </a:defRPr>
      </a:lvl5pPr>
      <a:lvl6pPr marL="2452688" indent="-228600" algn="l" rtl="0" fontAlgn="base">
        <a:spcBef>
          <a:spcPts val="500"/>
        </a:spcBef>
        <a:spcAft>
          <a:spcPct val="0"/>
        </a:spcAft>
        <a:buClr>
          <a:srgbClr val="000000"/>
        </a:buClr>
        <a:buSzPct val="100000"/>
        <a:buFont typeface="Times" charset="0"/>
        <a:buChar char="»"/>
        <a:defRPr sz="2000">
          <a:solidFill>
            <a:schemeClr val="tx1"/>
          </a:solidFill>
          <a:latin typeface="+mn-lt"/>
          <a:ea typeface="+mn-ea"/>
          <a:cs typeface="+mn-cs"/>
          <a:sym typeface="Times" charset="0"/>
        </a:defRPr>
      </a:lvl6pPr>
      <a:lvl7pPr marL="2909888" indent="-228600" algn="l" rtl="0" fontAlgn="base">
        <a:spcBef>
          <a:spcPts val="500"/>
        </a:spcBef>
        <a:spcAft>
          <a:spcPct val="0"/>
        </a:spcAft>
        <a:buClr>
          <a:srgbClr val="000000"/>
        </a:buClr>
        <a:buSzPct val="100000"/>
        <a:buFont typeface="Times" charset="0"/>
        <a:buChar char="»"/>
        <a:defRPr sz="2000">
          <a:solidFill>
            <a:schemeClr val="tx1"/>
          </a:solidFill>
          <a:latin typeface="+mn-lt"/>
          <a:ea typeface="+mn-ea"/>
          <a:cs typeface="+mn-cs"/>
          <a:sym typeface="Times" charset="0"/>
        </a:defRPr>
      </a:lvl7pPr>
      <a:lvl8pPr marL="3367088" indent="-228600" algn="l" rtl="0" fontAlgn="base">
        <a:spcBef>
          <a:spcPts val="500"/>
        </a:spcBef>
        <a:spcAft>
          <a:spcPct val="0"/>
        </a:spcAft>
        <a:buClr>
          <a:srgbClr val="000000"/>
        </a:buClr>
        <a:buSzPct val="100000"/>
        <a:buFont typeface="Times" charset="0"/>
        <a:buChar char="»"/>
        <a:defRPr sz="2000">
          <a:solidFill>
            <a:schemeClr val="tx1"/>
          </a:solidFill>
          <a:latin typeface="+mn-lt"/>
          <a:ea typeface="+mn-ea"/>
          <a:cs typeface="+mn-cs"/>
          <a:sym typeface="Times" charset="0"/>
        </a:defRPr>
      </a:lvl8pPr>
      <a:lvl9pPr marL="3824288" indent="-228600" algn="l" rtl="0" fontAlgn="base">
        <a:spcBef>
          <a:spcPts val="500"/>
        </a:spcBef>
        <a:spcAft>
          <a:spcPct val="0"/>
        </a:spcAft>
        <a:buClr>
          <a:srgbClr val="000000"/>
        </a:buClr>
        <a:buSzPct val="100000"/>
        <a:buFont typeface="Times" charset="0"/>
        <a:buChar char="»"/>
        <a:defRPr sz="2000">
          <a:solidFill>
            <a:schemeClr val="tx1"/>
          </a:solidFill>
          <a:latin typeface="+mn-lt"/>
          <a:ea typeface="+mn-ea"/>
          <a:cs typeface="+mn-cs"/>
          <a:sym typeface="Time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62416"/>
            <a:ext cx="10515600" cy="1325563"/>
          </a:xfrm>
        </p:spPr>
        <p:txBody>
          <a:bodyPr/>
          <a:lstStyle/>
          <a:p>
            <a:r>
              <a:rPr lang="si-LK" dirty="0" smtClean="0"/>
              <a:t>පළමු ප්‍රතිචාර පුහුණු වැඩසටහන</a:t>
            </a:r>
            <a:endParaRPr lang="en-US" dirty="0"/>
          </a:p>
        </p:txBody>
      </p:sp>
      <p:sp>
        <p:nvSpPr>
          <p:cNvPr id="3" name="Content Placeholder 2"/>
          <p:cNvSpPr>
            <a:spLocks noGrp="1"/>
          </p:cNvSpPr>
          <p:nvPr>
            <p:ph idx="1"/>
          </p:nvPr>
        </p:nvSpPr>
        <p:spPr/>
        <p:txBody>
          <a:bodyPr/>
          <a:lstStyle/>
          <a:p>
            <a:r>
              <a:rPr lang="si-LK" dirty="0"/>
              <a:t>මොඩියුලර්	</a:t>
            </a:r>
            <a:r>
              <a:rPr lang="si-LK" dirty="0" smtClean="0"/>
              <a:t>5: ගලවා ගැනිමේ මොඩියුලය</a:t>
            </a:r>
            <a:endParaRPr lang="en-US" dirty="0" smtClean="0"/>
          </a:p>
          <a:p>
            <a:r>
              <a:rPr lang="si-LK" dirty="0" smtClean="0"/>
              <a:t>සැසිය 	5.1- පාඩම් සැලැස්ම</a:t>
            </a:r>
          </a:p>
          <a:p>
            <a:r>
              <a:rPr lang="si-LK" dirty="0" smtClean="0"/>
              <a:t>ප්‍රායෝගික ගලවා ගැනිමේ මෙහෙයුම</a:t>
            </a:r>
            <a:endParaRPr lang="en-US" dirty="0"/>
          </a:p>
          <a:p>
            <a:endParaRPr lang="si-LK" dirty="0" smtClean="0"/>
          </a:p>
        </p:txBody>
      </p:sp>
      <p:pic>
        <p:nvPicPr>
          <p:cNvPr id="6" name="Picture 5"/>
          <p:cNvPicPr>
            <a:picLocks noChangeAspect="1"/>
          </p:cNvPicPr>
          <p:nvPr/>
        </p:nvPicPr>
        <p:blipFill rotWithShape="1">
          <a:blip r:embed="rId2"/>
          <a:srcRect l="28796" t="18296" r="53241" b="76370"/>
          <a:stretch/>
        </p:blipFill>
        <p:spPr>
          <a:xfrm>
            <a:off x="390070" y="136524"/>
            <a:ext cx="3115130" cy="681037"/>
          </a:xfrm>
          <a:prstGeom prst="rect">
            <a:avLst/>
          </a:prstGeom>
        </p:spPr>
      </p:pic>
      <p:pic>
        <p:nvPicPr>
          <p:cNvPr id="7" name="Picture 6"/>
          <p:cNvPicPr>
            <a:picLocks noChangeAspect="1"/>
          </p:cNvPicPr>
          <p:nvPr/>
        </p:nvPicPr>
        <p:blipFill rotWithShape="1">
          <a:blip r:embed="rId2"/>
          <a:srcRect l="78461" t="79333" r="13981" b="13852"/>
          <a:stretch/>
        </p:blipFill>
        <p:spPr>
          <a:xfrm>
            <a:off x="10451005" y="136525"/>
            <a:ext cx="1577709" cy="681037"/>
          </a:xfrm>
          <a:prstGeom prst="rect">
            <a:avLst/>
          </a:prstGeom>
        </p:spPr>
      </p:pic>
      <p:sp>
        <p:nvSpPr>
          <p:cNvPr id="8" name="Rectangle 7"/>
          <p:cNvSpPr/>
          <p:nvPr/>
        </p:nvSpPr>
        <p:spPr>
          <a:xfrm>
            <a:off x="261257" y="4368007"/>
            <a:ext cx="11669486" cy="24272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pic>
        <p:nvPicPr>
          <p:cNvPr id="9" name="Picture 8"/>
          <p:cNvPicPr>
            <a:picLocks noChangeAspect="1"/>
          </p:cNvPicPr>
          <p:nvPr/>
        </p:nvPicPr>
        <p:blipFill rotWithShape="1">
          <a:blip r:embed="rId2"/>
          <a:srcRect l="28981" t="79333" r="56370" b="13852"/>
          <a:stretch/>
        </p:blipFill>
        <p:spPr>
          <a:xfrm>
            <a:off x="675666" y="5338764"/>
            <a:ext cx="3058134" cy="681037"/>
          </a:xfrm>
          <a:prstGeom prst="rect">
            <a:avLst/>
          </a:prstGeom>
        </p:spPr>
      </p:pic>
      <p:sp>
        <p:nvSpPr>
          <p:cNvPr id="11" name="TextBox 10"/>
          <p:cNvSpPr txBox="1"/>
          <p:nvPr/>
        </p:nvSpPr>
        <p:spPr>
          <a:xfrm>
            <a:off x="6781799" y="4681526"/>
            <a:ext cx="4680857" cy="1754326"/>
          </a:xfrm>
          <a:prstGeom prst="rect">
            <a:avLst/>
          </a:prstGeom>
          <a:noFill/>
          <a:ln>
            <a:noFill/>
          </a:ln>
        </p:spPr>
        <p:txBody>
          <a:bodyPr wrap="square" rtlCol="0">
            <a:spAutoFit/>
          </a:bodyPr>
          <a:lstStyle/>
          <a:p>
            <a:pPr algn="just"/>
            <a:r>
              <a:rPr lang="si-LK" dirty="0" smtClean="0"/>
              <a:t>පළමුව ප්‍රතිචාර දැක්වීමේ පුහුණු වැඩසටහන </a:t>
            </a:r>
            <a:r>
              <a:rPr lang="en-US" dirty="0" smtClean="0"/>
              <a:t>INSARAG </a:t>
            </a:r>
            <a:r>
              <a:rPr lang="si-LK" dirty="0" smtClean="0"/>
              <a:t>පුහුණු ක්‍රියාකාරි කණ්ඩායම විසින් සංවර්ධනය කරන ලද අතර එමගින් ගලවා ගැනිමේ හැකියාව වර්ධනය කිරිමට සහ ජිවිත බේරා ගැනිමට සියලුම රටවලට සහ ප්‍රතිචාර දක්වන සංවිධානවලට අවශ්‍ය උපකාර කිරිම මෙහි අරමුණ වේ.</a:t>
            </a:r>
          </a:p>
        </p:txBody>
      </p:sp>
    </p:spTree>
    <p:extLst>
      <p:ext uri="{BB962C8B-B14F-4D97-AF65-F5344CB8AC3E}">
        <p14:creationId xmlns:p14="http://schemas.microsoft.com/office/powerpoint/2010/main" val="7668600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70883713"/>
              </p:ext>
            </p:extLst>
          </p:nvPr>
        </p:nvGraphicFramePr>
        <p:xfrm>
          <a:off x="176123" y="208756"/>
          <a:ext cx="11784229" cy="2282825"/>
        </p:xfrm>
        <a:graphic>
          <a:graphicData uri="http://schemas.openxmlformats.org/drawingml/2006/table">
            <a:tbl>
              <a:tblPr firstRow="1" firstCol="1" bandRow="1"/>
              <a:tblGrid>
                <a:gridCol w="3529721"/>
                <a:gridCol w="4848789"/>
                <a:gridCol w="3405719"/>
              </a:tblGrid>
              <a:tr h="426335">
                <a:tc>
                  <a:txBody>
                    <a:bodyPr/>
                    <a:lstStyle/>
                    <a:p>
                      <a:pPr marL="0" marR="0">
                        <a:lnSpc>
                          <a:spcPct val="107000"/>
                        </a:lnSpc>
                        <a:spcBef>
                          <a:spcPts val="0"/>
                        </a:spcBef>
                        <a:spcAft>
                          <a:spcPts val="0"/>
                        </a:spcAft>
                      </a:pP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ඉලක්කය</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en-US" sz="1400" dirty="0" smtClean="0">
                          <a:effectLst/>
                          <a:latin typeface="Calibri" panose="020F0502020204030204" pitchFamily="34" charset="0"/>
                          <a:ea typeface="Calibri" panose="020F0502020204030204" pitchFamily="34" charset="0"/>
                          <a:cs typeface="Iskoola Pota" panose="02010503010101010104" pitchFamily="2" charset="0"/>
                        </a:rPr>
                        <a:t>Aims</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 </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අරමුණු (</a:t>
                      </a:r>
                      <a:r>
                        <a:rPr lang="en-US" sz="1400" dirty="0" smtClean="0">
                          <a:effectLst/>
                          <a:latin typeface="Calibri" panose="020F0502020204030204" pitchFamily="34" charset="0"/>
                          <a:ea typeface="Calibri" panose="020F0502020204030204" pitchFamily="34" charset="0"/>
                          <a:cs typeface="Iskoola Pota" panose="02010503010101010104" pitchFamily="2" charset="0"/>
                        </a:rPr>
                        <a:t>Objective</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ඉගෙනුම්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ප්‍රතිඵල (</a:t>
                      </a:r>
                      <a:r>
                        <a:rPr lang="en-US" sz="1400" dirty="0" smtClean="0">
                          <a:effectLst/>
                          <a:latin typeface="Calibri" panose="020F0502020204030204" pitchFamily="34" charset="0"/>
                          <a:ea typeface="Calibri" panose="020F0502020204030204" pitchFamily="34" charset="0"/>
                          <a:cs typeface="Iskoola Pota" panose="02010503010101010104" pitchFamily="2" charset="0"/>
                        </a:rPr>
                        <a:t>Learning</a:t>
                      </a:r>
                      <a:r>
                        <a:rPr lang="en-US" sz="1400" baseline="0" dirty="0" smtClean="0">
                          <a:effectLst/>
                          <a:latin typeface="Calibri" panose="020F0502020204030204" pitchFamily="34" charset="0"/>
                          <a:ea typeface="Calibri" panose="020F0502020204030204" pitchFamily="34" charset="0"/>
                          <a:cs typeface="Iskoola Pota" panose="02010503010101010104" pitchFamily="2" charset="0"/>
                        </a:rPr>
                        <a:t> Outcomes)</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r>
              <a:tr h="921566">
                <a:tc>
                  <a:txBody>
                    <a:bodyPr/>
                    <a:lstStyle/>
                    <a:p>
                      <a:pPr marL="342900" marR="0" lvl="0" indent="-342900">
                        <a:lnSpc>
                          <a:spcPct val="107000"/>
                        </a:lnSpc>
                        <a:spcBef>
                          <a:spcPts val="0"/>
                        </a:spcBef>
                        <a:spcAft>
                          <a:spcPts val="0"/>
                        </a:spcAft>
                        <a:buFont typeface="Symbol" panose="05050102010706020507" pitchFamily="18" charset="2"/>
                        <a:buChar char=""/>
                      </a:pPr>
                      <a:r>
                        <a:rPr lang="si-LK" sz="1400" dirty="0">
                          <a:effectLst/>
                          <a:latin typeface="Calibri" panose="020F0502020204030204" pitchFamily="34" charset="0"/>
                          <a:ea typeface="Calibri" panose="020F0502020204030204" pitchFamily="34" charset="0"/>
                          <a:cs typeface="Iskoola Pota" panose="02010503010101010104" pitchFamily="2" charset="0"/>
                        </a:rPr>
                        <a:t>ගලවා ගැනීමේ මෙහෙයුම්වල මූලධර්ම සහ අනුපිළිවෙල පිළිබඳ දළ විශ්ලේෂණයක්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සිදුකිරිම.</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indent="40005">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p>
                      <a:pPr marL="342900" marR="0" lvl="0" indent="-342900">
                        <a:lnSpc>
                          <a:spcPct val="107000"/>
                        </a:lnSpc>
                        <a:spcBef>
                          <a:spcPts val="0"/>
                        </a:spcBef>
                        <a:spcAft>
                          <a:spcPts val="0"/>
                        </a:spcAft>
                        <a:buFont typeface="Symbol" panose="05050102010706020507" pitchFamily="18" charset="2"/>
                        <a:buChar char=""/>
                      </a:pPr>
                      <a:r>
                        <a:rPr lang="si-LK" sz="1400" dirty="0">
                          <a:effectLst/>
                          <a:latin typeface="Calibri" panose="020F0502020204030204" pitchFamily="34" charset="0"/>
                          <a:ea typeface="Calibri" panose="020F0502020204030204" pitchFamily="34" charset="0"/>
                          <a:cs typeface="Iskoola Pota" panose="02010503010101010104" pitchFamily="2" charset="0"/>
                        </a:rPr>
                        <a:t>ගලවා ගැනීමේ මෙහෙයුම් වලදී භාවිතා කරන මෙවලම්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භාවිතා කරන ආකාරය</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සහ </a:t>
                      </a:r>
                      <a:r>
                        <a:rPr lang="si-LK" sz="1400" dirty="0">
                          <a:effectLst/>
                          <a:latin typeface="Calibri" panose="020F0502020204030204" pitchFamily="34" charset="0"/>
                          <a:ea typeface="Calibri" panose="020F0502020204030204" pitchFamily="34" charset="0"/>
                          <a:cs typeface="Iskoola Pota" panose="02010503010101010104" pitchFamily="2" charset="0"/>
                        </a:rPr>
                        <a:t>වර්ගය පිළිබඳ දළ විශ්ලේෂණයක් සහභාගිවන්නන්ට ලබා දීමට</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87338" marR="0" lvl="0" indent="-287338">
                        <a:lnSpc>
                          <a:spcPct val="107000"/>
                        </a:lnSpc>
                        <a:spcBef>
                          <a:spcPts val="0"/>
                        </a:spcBef>
                        <a:spcAft>
                          <a:spcPts val="0"/>
                        </a:spcAft>
                        <a:buFont typeface="Symbol" panose="05050102010706020507" pitchFamily="18" charset="2"/>
                        <a:buChar char=""/>
                      </a:pP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ගොඩනැගිලි</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කඩ</a:t>
                      </a:r>
                      <a:r>
                        <a:rPr lang="si-LK" sz="1400" dirty="0">
                          <a:effectLst/>
                          <a:latin typeface="Calibri" panose="020F0502020204030204" pitchFamily="34" charset="0"/>
                          <a:ea typeface="Calibri" panose="020F0502020204030204" pitchFamily="34" charset="0"/>
                          <a:cs typeface="Iskoola Pota" panose="02010503010101010104" pitchFamily="2" charset="0"/>
                        </a:rPr>
                        <a:t>ාවැටීමේ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 දි සිදුකරන ම</a:t>
                      </a:r>
                      <a:r>
                        <a:rPr lang="si-LK" sz="1400" dirty="0">
                          <a:effectLst/>
                          <a:latin typeface="Calibri" panose="020F0502020204030204" pitchFamily="34" charset="0"/>
                          <a:ea typeface="Calibri" panose="020F0502020204030204" pitchFamily="34" charset="0"/>
                          <a:cs typeface="Iskoola Pota" panose="02010503010101010104" pitchFamily="2" charset="0"/>
                        </a:rPr>
                        <a:t>ෙහෙයුම් හා සම්බන්ධ ගලවා ගැනීමේ මෙහෙයුම්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වල අන</a:t>
                      </a:r>
                      <a:r>
                        <a:rPr lang="si-LK" sz="1400" dirty="0">
                          <a:effectLst/>
                          <a:latin typeface="Calibri" panose="020F0502020204030204" pitchFamily="34" charset="0"/>
                          <a:ea typeface="Calibri" panose="020F0502020204030204" pitchFamily="34" charset="0"/>
                          <a:cs typeface="Iskoola Pota" panose="02010503010101010104" pitchFamily="2" charset="0"/>
                        </a:rPr>
                        <a:t>ුපිළිවෙල සහ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මෙහෙයුම්</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වර</a:t>
                      </a:r>
                      <a:r>
                        <a:rPr lang="si-LK" sz="1400" dirty="0">
                          <a:effectLst/>
                          <a:latin typeface="Calibri" panose="020F0502020204030204" pitchFamily="34" charset="0"/>
                          <a:ea typeface="Calibri" panose="020F0502020204030204" pitchFamily="34" charset="0"/>
                          <a:cs typeface="Iskoola Pota" panose="02010503010101010104" pitchFamily="2" charset="0"/>
                        </a:rPr>
                        <a:t>්ගය පිළිබඳව දැනුවත් කිරීමක්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සිදු කිරිම.</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287338" marR="0" indent="-287338">
                        <a:lnSpc>
                          <a:spcPct val="107000"/>
                        </a:lnSpc>
                        <a:spcBef>
                          <a:spcPts val="0"/>
                        </a:spcBef>
                        <a:spcAft>
                          <a:spcPts val="0"/>
                        </a:spcAft>
                        <a:buFont typeface="Arial" panose="020B0604020202020204" pitchFamily="34" charset="0"/>
                        <a:buChar char="•"/>
                      </a:pP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ගලව</a:t>
                      </a:r>
                      <a:r>
                        <a:rPr lang="si-LK" sz="1400" dirty="0">
                          <a:effectLst/>
                          <a:latin typeface="Calibri" panose="020F0502020204030204" pitchFamily="34" charset="0"/>
                          <a:ea typeface="Calibri" panose="020F0502020204030204" pitchFamily="34" charset="0"/>
                          <a:cs typeface="Iskoola Pota" panose="02010503010101010104" pitchFamily="2" charset="0"/>
                        </a:rPr>
                        <a:t>ා ගැනීමේ මෙහෙයුම් වලදී භාවිතා කරන මෙවලම්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භාවිතා කරන ආකාරය</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සහ </a:t>
                      </a:r>
                      <a:r>
                        <a:rPr lang="si-LK" sz="1400" dirty="0">
                          <a:effectLst/>
                          <a:latin typeface="Calibri" panose="020F0502020204030204" pitchFamily="34" charset="0"/>
                          <a:ea typeface="Calibri" panose="020F0502020204030204" pitchFamily="34" charset="0"/>
                          <a:cs typeface="Iskoola Pota" panose="02010503010101010104" pitchFamily="2" charset="0"/>
                        </a:rPr>
                        <a:t>වර්ගය පිළිබඳ දළ විශ්ලේෂණයක් දෙන්න</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287338" marR="0" indent="-287338">
                        <a:lnSpc>
                          <a:spcPct val="107000"/>
                        </a:lnSpc>
                        <a:spcBef>
                          <a:spcPts val="0"/>
                        </a:spcBef>
                        <a:spcAft>
                          <a:spcPts val="0"/>
                        </a:spcAft>
                        <a:buFont typeface="Arial" panose="020B0604020202020204" pitchFamily="34" charset="0"/>
                        <a:buChar char="•"/>
                      </a:pP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ගොඩනැගිලි</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කඩ</a:t>
                      </a:r>
                      <a:r>
                        <a:rPr lang="si-LK" sz="1400" dirty="0">
                          <a:effectLst/>
                          <a:latin typeface="Calibri" panose="020F0502020204030204" pitchFamily="34" charset="0"/>
                          <a:ea typeface="Calibri" panose="020F0502020204030204" pitchFamily="34" charset="0"/>
                          <a:cs typeface="Iskoola Pota" panose="02010503010101010104" pitchFamily="2" charset="0"/>
                        </a:rPr>
                        <a:t>ා වැටෙන පරිසරය හා සම්බන්ධ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අනතුරුදායක</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තත්වයන්</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400" dirty="0">
                          <a:effectLst/>
                          <a:latin typeface="Calibri" panose="020F0502020204030204" pitchFamily="34" charset="0"/>
                          <a:ea typeface="Calibri" panose="020F0502020204030204" pitchFamily="34" charset="0"/>
                          <a:cs typeface="Iskoola Pota" panose="02010503010101010104" pitchFamily="2" charset="0"/>
                        </a:rPr>
                        <a:t>සහ තමන් සහ අන් අය තවදුරටත් තුවාල වීමෙන් ආරක්ෂා කර ගන්නේ කෙසේද යන්න තේරුම්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ගැනීම.</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මෙම සැසියේ ප්‍රතිඵලයක් ලෙස</a:t>
                      </a:r>
                      <a:r>
                        <a:rPr lang="en-US" sz="1400" dirty="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සැසියට සහභ</a:t>
                      </a:r>
                      <a:r>
                        <a:rPr lang="si-LK" sz="1400" dirty="0">
                          <a:effectLst/>
                          <a:latin typeface="Calibri" panose="020F0502020204030204" pitchFamily="34" charset="0"/>
                          <a:ea typeface="Calibri" panose="020F0502020204030204" pitchFamily="34" charset="0"/>
                          <a:cs typeface="Iskoola Pota" panose="02010503010101010104" pitchFamily="2" charset="0"/>
                        </a:rPr>
                        <a:t>ාගිවන්නාට හැකි වනු ඇත:</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285750" marR="0" indent="-285750">
                        <a:lnSpc>
                          <a:spcPct val="107000"/>
                        </a:lnSpc>
                        <a:spcBef>
                          <a:spcPts val="0"/>
                        </a:spcBef>
                        <a:spcAft>
                          <a:spcPts val="0"/>
                        </a:spcAft>
                        <a:buFont typeface="Arial" panose="020B0604020202020204" pitchFamily="34" charset="0"/>
                        <a:buChar char="•"/>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මත</a:t>
                      </a:r>
                      <a:r>
                        <a:rPr lang="si-LK" sz="1400" dirty="0">
                          <a:effectLst/>
                          <a:latin typeface="Calibri" panose="020F0502020204030204" pitchFamily="34" charset="0"/>
                          <a:ea typeface="Calibri" panose="020F0502020204030204" pitchFamily="34" charset="0"/>
                          <a:cs typeface="Iskoola Pota" panose="02010503010101010104" pitchFamily="2" charset="0"/>
                        </a:rPr>
                        <a:t>ුපිට ගලවා ගැනීමේ ශිල්පීය ක්‍රම ක්‍රියාත්මක කිරීමේ හැකියාව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නිදර්ශනය කිරිම.</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934886183"/>
              </p:ext>
            </p:extLst>
          </p:nvPr>
        </p:nvGraphicFramePr>
        <p:xfrm>
          <a:off x="115163" y="2638057"/>
          <a:ext cx="11881765" cy="4099325"/>
        </p:xfrm>
        <a:graphic>
          <a:graphicData uri="http://schemas.openxmlformats.org/drawingml/2006/table">
            <a:tbl>
              <a:tblPr firstRow="1" firstCol="1" bandRow="1"/>
              <a:tblGrid>
                <a:gridCol w="952759"/>
                <a:gridCol w="1902785"/>
                <a:gridCol w="6386080"/>
                <a:gridCol w="2640141"/>
              </a:tblGrid>
              <a:tr h="484891">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කාලය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46209" marR="462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අන්තර්ගතය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46209" marR="462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ක්‍රියාකාරීත්වය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6209" marR="462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සම්පත්</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6209" marR="462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r>
              <a:tr h="979506">
                <a:tc rowSpan="2">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විනාඩි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20 </a:t>
                      </a:r>
                      <a:r>
                        <a:rPr lang="si-LK" sz="1400" dirty="0">
                          <a:effectLst/>
                          <a:latin typeface="Calibri" panose="020F0502020204030204" pitchFamily="34" charset="0"/>
                          <a:ea typeface="Calibri" panose="020F0502020204030204" pitchFamily="34" charset="0"/>
                          <a:cs typeface="Iskoola Pota" panose="02010503010101010104" pitchFamily="2" charset="0"/>
                        </a:rPr>
                        <a:t>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46209" marR="462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gn="just">
                        <a:lnSpc>
                          <a:spcPct val="107000"/>
                        </a:lnSpc>
                        <a:spcBef>
                          <a:spcPts val="0"/>
                        </a:spcBef>
                        <a:spcAft>
                          <a:spcPts val="0"/>
                        </a:spcAft>
                      </a:pPr>
                      <a:r>
                        <a:rPr lang="si-LK" sz="1400" dirty="0" smtClean="0">
                          <a:effectLst/>
                          <a:latin typeface="Calibri" panose="020F0502020204030204" pitchFamily="34" charset="0"/>
                          <a:ea typeface="Calibri" panose="020F0502020204030204" pitchFamily="34" charset="0"/>
                          <a:cs typeface="+mn-cs"/>
                        </a:rPr>
                        <a:t>ආරක්ෂිත මෙහෙයුම්</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gn="just">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46209" marR="462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si-LK" sz="1400" dirty="0" smtClean="0">
                          <a:effectLst/>
                          <a:latin typeface="Calibri" panose="020F0502020204030204" pitchFamily="34" charset="0"/>
                          <a:ea typeface="Calibri" panose="020F0502020204030204" pitchFamily="34" charset="0"/>
                          <a:cs typeface="+mn-cs"/>
                        </a:rPr>
                        <a:t>උපදේශක: ආරක්ෂිත මෙහෙයුම් සහතික කිරීම</a:t>
                      </a:r>
                      <a:r>
                        <a:rPr lang="en-US" sz="140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මෙහෙයුමේ</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mn-cs"/>
                        </a:rPr>
                        <a:t>සාමාන්‍ය ක්‍රියාකාරකම් අනුපිළිවෙල විස්තර කිරීම සහ ගලවා ගැනීමේ මෙහෙයුම් වලදී සම්බන්ධ වන අවදානම් සහ උපද්‍රවයන් සදහා ගත හැකි අනතුරු අවම කිරීමේ ක්‍රියාමාර්ග පිළිබඳ සහ භාවිතා කරන ක්‍රමවේදය</a:t>
                      </a:r>
                      <a:r>
                        <a:rPr lang="si-LK" sz="1400" baseline="0" dirty="0" smtClean="0">
                          <a:effectLst/>
                          <a:latin typeface="Calibri" panose="020F0502020204030204" pitchFamily="34" charset="0"/>
                          <a:ea typeface="Calibri" panose="020F0502020204030204" pitchFamily="34" charset="0"/>
                          <a:cs typeface="+mn-cs"/>
                        </a:rPr>
                        <a:t> </a:t>
                      </a:r>
                      <a:r>
                        <a:rPr lang="si-LK" sz="1400" dirty="0" smtClean="0">
                          <a:effectLst/>
                          <a:latin typeface="Calibri" panose="020F0502020204030204" pitchFamily="34" charset="0"/>
                          <a:ea typeface="Calibri" panose="020F0502020204030204" pitchFamily="34" charset="0"/>
                          <a:cs typeface="+mn-cs"/>
                        </a:rPr>
                        <a:t>පැහැදිලි කරයි.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6209" marR="462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0000"/>
                        </a:lnSpc>
                        <a:spcBef>
                          <a:spcPts val="0"/>
                        </a:spcBef>
                        <a:spcAft>
                          <a:spcPts val="800"/>
                        </a:spcAft>
                      </a:pPr>
                      <a:r>
                        <a:rPr lang="en-US" sz="1400" dirty="0" smtClean="0">
                          <a:effectLst/>
                          <a:latin typeface="Calibri" panose="020F0502020204030204" pitchFamily="34" charset="0"/>
                          <a:ea typeface="Calibri" panose="020F0502020204030204" pitchFamily="34" charset="0"/>
                          <a:cs typeface="Iskoola Pota" panose="02010503010101010104" pitchFamily="2" charset="0"/>
                        </a:rPr>
                        <a:t>FR-</a:t>
                      </a:r>
                      <a:r>
                        <a:rPr lang="si-LK" sz="1400" dirty="0" smtClean="0">
                          <a:effectLst/>
                          <a:latin typeface="Calibri" panose="020F0502020204030204" pitchFamily="34" charset="0"/>
                          <a:ea typeface="Calibri" panose="020F0502020204030204" pitchFamily="34" charset="0"/>
                          <a:cs typeface="+mn-cs"/>
                        </a:rPr>
                        <a:t>ඉදිරිපත් කිරීම </a:t>
                      </a:r>
                      <a:r>
                        <a:rPr lang="en-US" sz="1400" dirty="0" smtClean="0">
                          <a:effectLst/>
                          <a:latin typeface="Calibri" panose="020F0502020204030204" pitchFamily="34" charset="0"/>
                          <a:ea typeface="Calibri" panose="020F0502020204030204" pitchFamily="34" charset="0"/>
                          <a:cs typeface="Iskoola Pota" panose="02010503010101010104" pitchFamily="2" charset="0"/>
                        </a:rPr>
                        <a:t>5.1</a:t>
                      </a:r>
                    </a:p>
                    <a:p>
                      <a:pPr marL="0" marR="0">
                        <a:lnSpc>
                          <a:spcPct val="100000"/>
                        </a:lnSpc>
                        <a:spcBef>
                          <a:spcPts val="0"/>
                        </a:spcBef>
                        <a:spcAft>
                          <a:spcPts val="800"/>
                        </a:spcAft>
                      </a:pPr>
                      <a:r>
                        <a:rPr lang="si-LK" sz="1400" dirty="0" smtClean="0">
                          <a:effectLst/>
                          <a:latin typeface="Calibri" panose="020F0502020204030204" pitchFamily="34" charset="0"/>
                          <a:ea typeface="Calibri" panose="020F0502020204030204" pitchFamily="34" charset="0"/>
                          <a:cs typeface="+mn-cs"/>
                        </a:rPr>
                        <a:t>පන්ති කාමරය</a:t>
                      </a:r>
                      <a:r>
                        <a:rPr lang="en-US" sz="140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විදුලි </a:t>
                      </a:r>
                      <a:r>
                        <a:rPr lang="si-LK" sz="1400" dirty="0" smtClean="0">
                          <a:effectLst/>
                          <a:latin typeface="Calibri" panose="020F0502020204030204" pitchFamily="34" charset="0"/>
                          <a:ea typeface="Calibri" panose="020F0502020204030204" pitchFamily="34" charset="0"/>
                          <a:cs typeface="+mn-cs"/>
                        </a:rPr>
                        <a:t>බල සැපයුම</a:t>
                      </a:r>
                      <a:endParaRPr lang="en-US" sz="1400" dirty="0" smtClean="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0000"/>
                        </a:lnSpc>
                        <a:spcBef>
                          <a:spcPts val="0"/>
                        </a:spcBef>
                        <a:spcAft>
                          <a:spcPts val="800"/>
                        </a:spcAft>
                      </a:pPr>
                      <a:r>
                        <a:rPr lang="si-LK" sz="1400" dirty="0" smtClean="0">
                          <a:effectLst/>
                          <a:latin typeface="Calibri" panose="020F0502020204030204" pitchFamily="34" charset="0"/>
                          <a:ea typeface="Calibri" panose="020F0502020204030204" pitchFamily="34" charset="0"/>
                          <a:cs typeface="+mn-cs"/>
                        </a:rPr>
                        <a:t>ප්‍රොජෙක්ටරය</a:t>
                      </a:r>
                      <a:endParaRPr lang="en-US" sz="1400" dirty="0" smtClean="0">
                        <a:effectLst/>
                        <a:latin typeface="Calibri" panose="020F0502020204030204" pitchFamily="34" charset="0"/>
                        <a:ea typeface="Calibri" panose="020F0502020204030204" pitchFamily="34" charset="0"/>
                        <a:cs typeface="Iskoola Pota" panose="02010503010101010104" pitchFamily="2" charset="0"/>
                      </a:endParaRPr>
                    </a:p>
                    <a:p>
                      <a:pPr marL="0" marR="0" algn="just">
                        <a:lnSpc>
                          <a:spcPct val="107000"/>
                        </a:lnSpc>
                        <a:spcBef>
                          <a:spcPts val="0"/>
                        </a:spcBef>
                        <a:spcAft>
                          <a:spcPts val="0"/>
                        </a:spcAft>
                      </a:pP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6209" marR="462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3651">
                <a:tc vMerge="1">
                  <a:txBody>
                    <a:bodyPr/>
                    <a:lstStyle/>
                    <a:p>
                      <a:endParaRPr lang="en-US"/>
                    </a:p>
                  </a:txBody>
                  <a:tcPr/>
                </a:tc>
                <a:tc vMerge="1">
                  <a:txBody>
                    <a:bodyPr/>
                    <a:lstStyle/>
                    <a:p>
                      <a:endParaRPr lang="en-US"/>
                    </a:p>
                  </a:txBody>
                  <a:tcPr/>
                </a:tc>
                <a:tc>
                  <a:txBody>
                    <a:bodyPr/>
                    <a:lstStyle/>
                    <a:p>
                      <a:pPr marL="0" marR="0" algn="just">
                        <a:lnSpc>
                          <a:spcPct val="107000"/>
                        </a:lnSpc>
                        <a:spcBef>
                          <a:spcPts val="0"/>
                        </a:spcBef>
                        <a:spcAft>
                          <a:spcPts val="0"/>
                        </a:spcAft>
                      </a:pPr>
                      <a:r>
                        <a:rPr lang="si-LK" sz="1400" dirty="0" smtClean="0">
                          <a:effectLst/>
                          <a:latin typeface="Calibri" panose="020F0502020204030204" pitchFamily="34" charset="0"/>
                          <a:ea typeface="Calibri" panose="020F0502020204030204" pitchFamily="34" charset="0"/>
                          <a:cs typeface="+mn-cs"/>
                        </a:rPr>
                        <a:t>සහභාගිවන්නා: සවන් දීම සහ නිරීක්ෂණය කිරිම</a:t>
                      </a:r>
                      <a:r>
                        <a:rPr lang="en-US" sz="140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mn-cs"/>
                        </a:rPr>
                        <a:t>පැහැදිලි කිරීම සඳහා ප්‍රශ්න අසන්න.</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6209" marR="462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r>
              <a:tr h="683393">
                <a:tc rowSpan="2">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විනාඩි </a:t>
                      </a:r>
                      <a:r>
                        <a:rPr lang="en-US" sz="1400" dirty="0">
                          <a:effectLst/>
                          <a:latin typeface="Calibri" panose="020F0502020204030204" pitchFamily="34" charset="0"/>
                          <a:ea typeface="Calibri" panose="020F0502020204030204" pitchFamily="34" charset="0"/>
                          <a:cs typeface="Iskoola Pota" panose="02010503010101010104" pitchFamily="2" charset="0"/>
                        </a:rPr>
                        <a:t>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ගලවා ගැනිමේ</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මෙහෙයුම් සදහා භාවිතා කරන උපකරණ විස්තර කිරිම</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උපදේශක: සහභාගිවන්නන්ට මූලික උපකරණ හඳුන්වා දෙයි</a:t>
                      </a:r>
                      <a:r>
                        <a:rPr lang="en-US" sz="1400" dirty="0">
                          <a:effectLst/>
                          <a:latin typeface="Calibri" panose="020F0502020204030204" pitchFamily="34" charset="0"/>
                          <a:ea typeface="Calibri" panose="020F0502020204030204" pitchFamily="34" charset="0"/>
                          <a:cs typeface="Iskoola Pota" panose="02010503010101010104" pitchFamily="2" charset="0"/>
                        </a:rPr>
                        <a:t>, </a:t>
                      </a:r>
                      <a:r>
                        <a:rPr lang="si-LK" sz="1400" dirty="0">
                          <a:effectLst/>
                          <a:latin typeface="Calibri" panose="020F0502020204030204" pitchFamily="34" charset="0"/>
                          <a:ea typeface="Calibri" panose="020F0502020204030204" pitchFamily="34" charset="0"/>
                          <a:cs typeface="Iskoola Pota" panose="02010503010101010104" pitchFamily="2" charset="0"/>
                        </a:rPr>
                        <a:t>එක් එක් මෙවලම භාවිතා කරන ආකාරය පැහැදිලි කිරීම සහ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භාවිතා කරන ආකාරය</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න</a:t>
                      </a:r>
                      <a:r>
                        <a:rPr lang="si-LK" sz="1400" dirty="0">
                          <a:effectLst/>
                          <a:latin typeface="Calibri" panose="020F0502020204030204" pitchFamily="34" charset="0"/>
                          <a:ea typeface="Calibri" panose="020F0502020204030204" pitchFamily="34" charset="0"/>
                          <a:cs typeface="Iskoola Pota" panose="02010503010101010104" pitchFamily="2" charset="0"/>
                        </a:rPr>
                        <a:t>ිරූපණය කිරීම.</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ගලවා ගැනීමේ උපකරණ අනුව උපදේශක සටහන්</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tcPr>
                </a:tc>
              </a:tr>
              <a:tr h="545283">
                <a:tc vMerge="1">
                  <a:txBody>
                    <a:bodyPr/>
                    <a:lstStyle/>
                    <a:p>
                      <a:endParaRPr lang="en-US"/>
                    </a:p>
                  </a:txBody>
                  <a:tcPr>
                    <a:lnT w="12700" cap="flat" cmpd="sng" algn="ctr">
                      <a:solidFill>
                        <a:srgbClr val="000000"/>
                      </a:solidFill>
                      <a:prstDash val="solid"/>
                      <a:round/>
                      <a:headEnd type="none" w="med" len="med"/>
                      <a:tailEnd type="none" w="med" len="med"/>
                    </a:lnT>
                  </a:tcPr>
                </a:tc>
                <a:tc vMerge="1">
                  <a:txBody>
                    <a:bodyPr/>
                    <a:lstStyle/>
                    <a:p>
                      <a:endParaRPr lang="en-US"/>
                    </a:p>
                  </a:txBody>
                  <a:tcPr>
                    <a:lnT w="12700" cap="flat" cmpd="sng" algn="ctr">
                      <a:solidFill>
                        <a:srgbClr val="000000"/>
                      </a:solidFill>
                      <a:prstDash val="solid"/>
                      <a:round/>
                      <a:headEnd type="none" w="med" len="med"/>
                      <a:tailEnd type="none" w="med" len="med"/>
                    </a:lnT>
                  </a:tcPr>
                </a:tc>
                <a:tc>
                  <a:txBody>
                    <a:bodyPr/>
                    <a:lstStyle/>
                    <a:p>
                      <a:pPr marL="0" marR="0" algn="just">
                        <a:lnSpc>
                          <a:spcPct val="107000"/>
                        </a:lnSpc>
                        <a:spcBef>
                          <a:spcPts val="0"/>
                        </a:spcBef>
                        <a:spcAft>
                          <a:spcPts val="0"/>
                        </a:spcAft>
                      </a:pPr>
                      <a:r>
                        <a:rPr lang="si-LK" sz="1400" kern="1200" dirty="0" smtClean="0">
                          <a:solidFill>
                            <a:schemeClr val="tx1"/>
                          </a:solidFill>
                          <a:effectLst/>
                          <a:latin typeface="+mn-lt"/>
                          <a:ea typeface="+mn-ea"/>
                          <a:cs typeface="+mn-cs"/>
                        </a:rPr>
                        <a:t>සහභාගිවන්නා: උපකරණ හැසිරවීම</a:t>
                      </a:r>
                      <a:r>
                        <a:rPr lang="en-US" sz="1400" kern="1200" dirty="0" smtClean="0">
                          <a:solidFill>
                            <a:schemeClr val="tx1"/>
                          </a:solidFill>
                          <a:effectLst/>
                          <a:latin typeface="+mn-lt"/>
                          <a:ea typeface="+mn-ea"/>
                          <a:cs typeface="+mn-cs"/>
                        </a:rPr>
                        <a:t>, </a:t>
                      </a:r>
                      <a:r>
                        <a:rPr lang="si-LK" sz="1400" kern="1200" dirty="0" smtClean="0">
                          <a:solidFill>
                            <a:schemeClr val="tx1"/>
                          </a:solidFill>
                          <a:effectLst/>
                          <a:latin typeface="+mn-lt"/>
                          <a:ea typeface="+mn-ea"/>
                          <a:cs typeface="+mn-cs"/>
                        </a:rPr>
                        <a:t>සවන් දීම සහ නිරීක්ෂණය කිරීම</a:t>
                      </a:r>
                      <a:r>
                        <a:rPr lang="en-US" sz="1400" kern="1200" dirty="0" smtClean="0">
                          <a:solidFill>
                            <a:schemeClr val="tx1"/>
                          </a:solidFill>
                          <a:effectLst/>
                          <a:latin typeface="+mn-lt"/>
                          <a:ea typeface="+mn-ea"/>
                          <a:cs typeface="+mn-cs"/>
                        </a:rPr>
                        <a:t>, </a:t>
                      </a:r>
                      <a:r>
                        <a:rPr lang="si-LK" sz="1400" kern="1200" dirty="0" smtClean="0">
                          <a:solidFill>
                            <a:schemeClr val="tx1"/>
                          </a:solidFill>
                          <a:effectLst/>
                          <a:latin typeface="+mn-lt"/>
                          <a:ea typeface="+mn-ea"/>
                          <a:cs typeface="+mn-cs"/>
                        </a:rPr>
                        <a:t>පැහැදිලි කිරීම සඳහා ප්‍රශ්න</a:t>
                      </a:r>
                      <a:r>
                        <a:rPr lang="si-LK" sz="1400" kern="1200" baseline="0" dirty="0" smtClean="0">
                          <a:solidFill>
                            <a:schemeClr val="tx1"/>
                          </a:solidFill>
                          <a:effectLst/>
                          <a:latin typeface="+mn-lt"/>
                          <a:ea typeface="+mn-ea"/>
                          <a:cs typeface="+mn-cs"/>
                        </a:rPr>
                        <a:t> </a:t>
                      </a:r>
                      <a:r>
                        <a:rPr lang="si-LK" sz="1400" kern="1200" dirty="0" smtClean="0">
                          <a:solidFill>
                            <a:schemeClr val="tx1"/>
                          </a:solidFill>
                          <a:effectLst/>
                          <a:latin typeface="+mn-lt"/>
                          <a:ea typeface="+mn-ea"/>
                          <a:cs typeface="+mn-cs"/>
                        </a:rPr>
                        <a:t>අසන්න.</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6209" marR="462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dirty="0"/>
                    </a:p>
                  </a:txBody>
                  <a:tcPr>
                    <a:lnT w="12700" cap="flat" cmpd="sng" algn="ctr">
                      <a:solidFill>
                        <a:schemeClr val="tx1"/>
                      </a:solidFill>
                      <a:prstDash val="solid"/>
                      <a:round/>
                      <a:headEnd type="none" w="med" len="med"/>
                      <a:tailEnd type="none" w="med" len="med"/>
                    </a:lnT>
                  </a:tcPr>
                </a:tc>
              </a:tr>
              <a:tr h="340562">
                <a:tc rowSpan="2">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විනාඩි </a:t>
                      </a:r>
                      <a:r>
                        <a:rPr lang="en-US" sz="1400" dirty="0">
                          <a:effectLst/>
                          <a:latin typeface="Calibri" panose="020F0502020204030204" pitchFamily="34" charset="0"/>
                          <a:ea typeface="Calibri" panose="020F0502020204030204" pitchFamily="34" charset="0"/>
                          <a:cs typeface="Iskoola Pota" panose="02010503010101010104" pitchFamily="2" charset="0"/>
                        </a:rPr>
                        <a:t>05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සාරාංශය සහ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ප්‍රශ්න</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උපදේශක: සැසියේ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ප්‍රධාන කර</a:t>
                      </a:r>
                      <a:r>
                        <a:rPr lang="si-LK" sz="1400" dirty="0">
                          <a:effectLst/>
                          <a:latin typeface="Calibri" panose="020F0502020204030204" pitchFamily="34" charset="0"/>
                          <a:ea typeface="Calibri" panose="020F0502020204030204" pitchFamily="34" charset="0"/>
                          <a:cs typeface="Iskoola Pota" panose="02010503010101010104" pitchFamily="2" charset="0"/>
                        </a:rPr>
                        <a:t>ුණු සාරාං</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ශගත </a:t>
                      </a:r>
                      <a:r>
                        <a:rPr lang="si-LK" sz="1400" dirty="0">
                          <a:effectLst/>
                          <a:latin typeface="Calibri" panose="020F0502020204030204" pitchFamily="34" charset="0"/>
                          <a:ea typeface="Calibri" panose="020F0502020204030204" pitchFamily="34" charset="0"/>
                          <a:cs typeface="Iskoola Pota" panose="02010503010101010104" pitchFamily="2" charset="0"/>
                        </a:rPr>
                        <a:t>කරන්න.</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gn="just">
                        <a:lnSpc>
                          <a:spcPct val="107000"/>
                        </a:lnSpc>
                        <a:spcBef>
                          <a:spcPts val="0"/>
                        </a:spcBef>
                        <a:spcAft>
                          <a:spcPts val="0"/>
                        </a:spcAft>
                      </a:pP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6209" marR="462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r>
              <a:tr h="483650">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සහභාගිවන්නා: අවශ්‍ය පරිදි සවන් දී අන්තර් ක්‍රියා කරන්න</a:t>
                      </a:r>
                      <a:r>
                        <a:rPr lang="en-US" sz="1400" dirty="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කර</a:t>
                      </a:r>
                      <a:r>
                        <a:rPr lang="si-LK" sz="1400" dirty="0">
                          <a:effectLst/>
                          <a:latin typeface="Calibri" panose="020F0502020204030204" pitchFamily="34" charset="0"/>
                          <a:ea typeface="Calibri" panose="020F0502020204030204" pitchFamily="34" charset="0"/>
                          <a:cs typeface="Iskoola Pota" panose="02010503010101010104" pitchFamily="2" charset="0"/>
                        </a:rPr>
                        <a:t>ුණු පැහැදිලි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කර ගැනිමට ප</a:t>
                      </a:r>
                      <a:r>
                        <a:rPr lang="si-LK" sz="1400" dirty="0">
                          <a:effectLst/>
                          <a:latin typeface="Calibri" panose="020F0502020204030204" pitchFamily="34" charset="0"/>
                          <a:ea typeface="Calibri" panose="020F0502020204030204" pitchFamily="34" charset="0"/>
                          <a:cs typeface="Iskoola Pota" panose="02010503010101010104" pitchFamily="2" charset="0"/>
                        </a:rPr>
                        <a:t>්‍රශ්න අසන්න.</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r>
              <a:tr h="298389">
                <a:tc>
                  <a:txBody>
                    <a:bodyPr/>
                    <a:lstStyle/>
                    <a:p>
                      <a:pPr marL="0" marR="0">
                        <a:lnSpc>
                          <a:spcPct val="107000"/>
                        </a:lnSpc>
                        <a:spcBef>
                          <a:spcPts val="0"/>
                        </a:spcBef>
                        <a:spcAft>
                          <a:spcPts val="0"/>
                        </a:spcAft>
                      </a:pP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6209" marR="462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algn="just">
                        <a:lnSpc>
                          <a:spcPct val="107000"/>
                        </a:lnSpc>
                        <a:spcBef>
                          <a:spcPts val="0"/>
                        </a:spcBef>
                        <a:spcAft>
                          <a:spcPts val="0"/>
                        </a:spcAft>
                      </a:pP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6209" marR="46209" marT="0" marB="0">
                    <a:lnL w="1270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just">
                        <a:lnSpc>
                          <a:spcPct val="107000"/>
                        </a:lnSpc>
                        <a:spcBef>
                          <a:spcPts val="0"/>
                        </a:spcBef>
                        <a:spcAft>
                          <a:spcPts val="0"/>
                        </a:spcAft>
                      </a:pP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6209" marR="462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just">
                        <a:lnSpc>
                          <a:spcPct val="107000"/>
                        </a:lnSpc>
                        <a:spcBef>
                          <a:spcPts val="0"/>
                        </a:spcBef>
                        <a:spcAft>
                          <a:spcPts val="0"/>
                        </a:spcAft>
                      </a:pP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6209" marR="4620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Rectangle 3"/>
          <p:cNvSpPr/>
          <p:nvPr/>
        </p:nvSpPr>
        <p:spPr>
          <a:xfrm>
            <a:off x="176123" y="6420536"/>
            <a:ext cx="742511" cy="280270"/>
          </a:xfrm>
          <a:prstGeom prst="rect">
            <a:avLst/>
          </a:prstGeom>
        </p:spPr>
        <p:txBody>
          <a:bodyPr wrap="none">
            <a:spAutoFit/>
          </a:bodyPr>
          <a:lstStyle/>
          <a:p>
            <a:pPr>
              <a:lnSpc>
                <a:spcPct val="107000"/>
              </a:lnSpc>
              <a:spcAft>
                <a:spcPts val="800"/>
              </a:spcAft>
            </a:pPr>
            <a:r>
              <a:rPr lang="si-LK" sz="1200" dirty="0">
                <a:latin typeface="Calibri" panose="020F0502020204030204" pitchFamily="34" charset="0"/>
                <a:ea typeface="Calibri" panose="020F0502020204030204" pitchFamily="34" charset="0"/>
              </a:rPr>
              <a:t>විනාඩි </a:t>
            </a:r>
            <a:r>
              <a:rPr lang="si-LK" sz="1200" dirty="0" smtClean="0">
                <a:latin typeface="Calibri" panose="020F0502020204030204" pitchFamily="34" charset="0"/>
                <a:ea typeface="Calibri" panose="020F0502020204030204" pitchFamily="34" charset="0"/>
                <a:cs typeface="Iskoola Pota" panose="02010503010101010104" pitchFamily="2" charset="0"/>
              </a:rPr>
              <a:t>45</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22174418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915340716"/>
              </p:ext>
            </p:extLst>
          </p:nvPr>
        </p:nvGraphicFramePr>
        <p:xfrm>
          <a:off x="427718" y="367279"/>
          <a:ext cx="11394168" cy="4639397"/>
        </p:xfrm>
        <a:graphic>
          <a:graphicData uri="http://schemas.openxmlformats.org/drawingml/2006/table">
            <a:tbl>
              <a:tblPr firstRow="1" firstCol="1" bandRow="1"/>
              <a:tblGrid>
                <a:gridCol w="3722907"/>
                <a:gridCol w="7671261"/>
              </a:tblGrid>
              <a:tr h="236942">
                <a:tc gridSpan="2">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උපදේශක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සටහන (</a:t>
                      </a:r>
                      <a:r>
                        <a:rPr lang="en-US" sz="1400" dirty="0" smtClean="0">
                          <a:effectLst/>
                          <a:latin typeface="Calibri" panose="020F0502020204030204" pitchFamily="34" charset="0"/>
                          <a:ea typeface="Calibri" panose="020F0502020204030204" pitchFamily="34" charset="0"/>
                          <a:cs typeface="Iskoola Pota" panose="02010503010101010104" pitchFamily="2" charset="0"/>
                        </a:rPr>
                        <a:t>Instructor</a:t>
                      </a:r>
                      <a:r>
                        <a:rPr lang="en-US" sz="1400" baseline="0" dirty="0" smtClean="0">
                          <a:effectLst/>
                          <a:latin typeface="Calibri" panose="020F0502020204030204" pitchFamily="34" charset="0"/>
                          <a:ea typeface="Calibri" panose="020F0502020204030204" pitchFamily="34" charset="0"/>
                          <a:cs typeface="Iskoola Pota" panose="02010503010101010104" pitchFamily="2" charset="0"/>
                        </a:rPr>
                        <a:t> Note)</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r>
              <a:tr h="3554122">
                <a:tc>
                  <a:txBody>
                    <a:bodyPr/>
                    <a:lstStyle/>
                    <a:p>
                      <a:pPr marL="0" marR="0" algn="r">
                        <a:lnSpc>
                          <a:spcPct val="107000"/>
                        </a:lnSpc>
                        <a:spcBef>
                          <a:spcPts val="0"/>
                        </a:spcBef>
                        <a:spcAft>
                          <a:spcPts val="0"/>
                        </a:spcAft>
                      </a:pPr>
                      <a:r>
                        <a:rPr lang="si-LK" sz="1800" dirty="0">
                          <a:effectLst/>
                          <a:latin typeface="Calibri" panose="020F0502020204030204" pitchFamily="34" charset="0"/>
                          <a:ea typeface="Calibri" panose="020F0502020204030204" pitchFamily="34" charset="0"/>
                          <a:cs typeface="Iskoola Pota" panose="02010503010101010104" pitchFamily="2" charset="0"/>
                        </a:rPr>
                        <a:t>ආරක්ෂිත මෙහෙය</a:t>
                      </a:r>
                      <a:r>
                        <a:rPr lang="si-LK" sz="1800" dirty="0" smtClean="0">
                          <a:effectLst/>
                          <a:latin typeface="Calibri" panose="020F0502020204030204" pitchFamily="34" charset="0"/>
                          <a:ea typeface="Calibri" panose="020F0502020204030204" pitchFamily="34" charset="0"/>
                          <a:cs typeface="Iskoola Pota" panose="02010503010101010104" pitchFamily="2" charset="0"/>
                        </a:rPr>
                        <a:t>ුම්</a:t>
                      </a:r>
                      <a:endParaRPr lang="en-US" sz="18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Iskoola Pota" panose="02010503010101010104" pitchFamily="2" charset="0"/>
                        </a:rPr>
                        <a:t> </a:t>
                      </a:r>
                    </a:p>
                    <a:p>
                      <a:pPr marL="0" marR="0" algn="r">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Iskoola Pota" panose="02010503010101010104" pitchFamily="2" charset="0"/>
                        </a:rPr>
                        <a:t> </a:t>
                      </a:r>
                    </a:p>
                    <a:p>
                      <a:pPr marL="0" marR="0" algn="r">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Iskoola Pota" panose="02010503010101010104" pitchFamily="2" charset="0"/>
                        </a:rPr>
                        <a:t> </a:t>
                      </a:r>
                    </a:p>
                    <a:p>
                      <a:pPr marL="0" marR="0" algn="r">
                        <a:lnSpc>
                          <a:spcPct val="107000"/>
                        </a:lnSpc>
                        <a:spcBef>
                          <a:spcPts val="0"/>
                        </a:spcBef>
                        <a:spcAft>
                          <a:spcPts val="0"/>
                        </a:spcAft>
                      </a:pPr>
                      <a:r>
                        <a:rPr lang="si-LK" sz="1800" dirty="0">
                          <a:effectLst/>
                          <a:latin typeface="Calibri" panose="020F0502020204030204" pitchFamily="34" charset="0"/>
                          <a:ea typeface="Calibri" panose="020F0502020204030204" pitchFamily="34" charset="0"/>
                          <a:cs typeface="Iskoola Pota" panose="02010503010101010104" pitchFamily="2" charset="0"/>
                        </a:rPr>
                        <a:t>ගලවා ගැනීමේ උපකරණ</a:t>
                      </a:r>
                      <a:endParaRPr lang="en-US" sz="18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800" dirty="0">
                          <a:effectLst/>
                          <a:latin typeface="Calibri" panose="020F0502020204030204" pitchFamily="34" charset="0"/>
                          <a:ea typeface="Calibri" panose="020F0502020204030204" pitchFamily="34" charset="0"/>
                          <a:cs typeface="Iskoola Pota" panose="02010503010101010104" pitchFamily="2" charset="0"/>
                        </a:rPr>
                        <a:t>මෙය </a:t>
                      </a:r>
                      <a:r>
                        <a:rPr lang="en-US" sz="1800" dirty="0" smtClean="0">
                          <a:effectLst/>
                          <a:latin typeface="Calibri" panose="020F0502020204030204" pitchFamily="34" charset="0"/>
                          <a:ea typeface="Calibri" panose="020F0502020204030204" pitchFamily="34" charset="0"/>
                          <a:cs typeface="Iskoola Pota" panose="02010503010101010104" pitchFamily="2" charset="0"/>
                        </a:rPr>
                        <a:t>Modules </a:t>
                      </a:r>
                      <a:r>
                        <a:rPr lang="en-US" sz="1800" dirty="0">
                          <a:effectLst/>
                          <a:latin typeface="Calibri" panose="020F0502020204030204" pitchFamily="34" charset="0"/>
                          <a:ea typeface="Calibri" panose="020F0502020204030204" pitchFamily="34" charset="0"/>
                          <a:cs typeface="Iskoola Pota" panose="02010503010101010104" pitchFamily="2" charset="0"/>
                        </a:rPr>
                        <a:t>2.1, 2.2</a:t>
                      </a:r>
                      <a:r>
                        <a:rPr lang="si-LK" sz="1800" dirty="0">
                          <a:effectLst/>
                          <a:latin typeface="Calibri" panose="020F0502020204030204" pitchFamily="34" charset="0"/>
                          <a:ea typeface="Calibri" panose="020F0502020204030204" pitchFamily="34" charset="0"/>
                          <a:cs typeface="Iskoola Pota" panose="02010503010101010104" pitchFamily="2" charset="0"/>
                        </a:rPr>
                        <a:t> සහ </a:t>
                      </a:r>
                      <a:r>
                        <a:rPr lang="en-US" sz="1800" dirty="0">
                          <a:effectLst/>
                          <a:latin typeface="Calibri" panose="020F0502020204030204" pitchFamily="34" charset="0"/>
                          <a:ea typeface="Calibri" panose="020F0502020204030204" pitchFamily="34" charset="0"/>
                          <a:cs typeface="Iskoola Pota" panose="02010503010101010104" pitchFamily="2" charset="0"/>
                        </a:rPr>
                        <a:t>3.1</a:t>
                      </a:r>
                      <a:r>
                        <a:rPr lang="si-LK" sz="1800" dirty="0">
                          <a:effectLst/>
                          <a:latin typeface="Calibri" panose="020F0502020204030204" pitchFamily="34" charset="0"/>
                          <a:ea typeface="Calibri" panose="020F0502020204030204" pitchFamily="34" charset="0"/>
                          <a:cs typeface="Iskoola Pota" panose="02010503010101010104" pitchFamily="2" charset="0"/>
                        </a:rPr>
                        <a:t> හි දැනටමත් සපයා ඇති තොරතුරු මත </a:t>
                      </a:r>
                      <a:r>
                        <a:rPr lang="si-LK" sz="1800" dirty="0" smtClean="0">
                          <a:effectLst/>
                          <a:latin typeface="Calibri" panose="020F0502020204030204" pitchFamily="34" charset="0"/>
                          <a:ea typeface="Calibri" panose="020F0502020204030204" pitchFamily="34" charset="0"/>
                          <a:cs typeface="Iskoola Pota" panose="02010503010101010104" pitchFamily="2" charset="0"/>
                        </a:rPr>
                        <a:t>පදනම්ව</a:t>
                      </a:r>
                      <a:r>
                        <a:rPr lang="si-LK" sz="18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800" dirty="0" smtClean="0">
                          <a:effectLst/>
                          <a:latin typeface="Calibri" panose="020F0502020204030204" pitchFamily="34" charset="0"/>
                          <a:ea typeface="Calibri" panose="020F0502020204030204" pitchFamily="34" charset="0"/>
                          <a:cs typeface="Iskoola Pota" panose="02010503010101010104" pitchFamily="2" charset="0"/>
                        </a:rPr>
                        <a:t>ග</a:t>
                      </a:r>
                      <a:r>
                        <a:rPr lang="si-LK" sz="1800" dirty="0">
                          <a:effectLst/>
                          <a:latin typeface="Calibri" panose="020F0502020204030204" pitchFamily="34" charset="0"/>
                          <a:ea typeface="Calibri" panose="020F0502020204030204" pitchFamily="34" charset="0"/>
                          <a:cs typeface="Iskoola Pota" panose="02010503010101010104" pitchFamily="2" charset="0"/>
                        </a:rPr>
                        <a:t>ොඩ නැගිය යුතු නමුත් </a:t>
                      </a:r>
                      <a:r>
                        <a:rPr lang="si-LK" sz="1800" dirty="0" smtClean="0">
                          <a:effectLst/>
                          <a:latin typeface="Calibri" panose="020F0502020204030204" pitchFamily="34" charset="0"/>
                          <a:ea typeface="Calibri" panose="020F0502020204030204" pitchFamily="34" charset="0"/>
                          <a:cs typeface="Iskoola Pota" panose="02010503010101010104" pitchFamily="2" charset="0"/>
                        </a:rPr>
                        <a:t>පුද්ගලයින් ගලව</a:t>
                      </a:r>
                      <a:r>
                        <a:rPr lang="si-LK" sz="1800" dirty="0">
                          <a:effectLst/>
                          <a:latin typeface="Calibri" panose="020F0502020204030204" pitchFamily="34" charset="0"/>
                          <a:ea typeface="Calibri" panose="020F0502020204030204" pitchFamily="34" charset="0"/>
                          <a:cs typeface="Iskoola Pota" panose="02010503010101010104" pitchFamily="2" charset="0"/>
                        </a:rPr>
                        <a:t>ා ගැනීමේ මෙහෙයුම් කෙරෙහි විශේෂයෙන් අවධානය යොමු කළ යුතුය.</a:t>
                      </a:r>
                      <a:endParaRPr lang="en-US" sz="18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si-LK" sz="1800" dirty="0">
                          <a:effectLst/>
                          <a:latin typeface="Calibri" panose="020F0502020204030204" pitchFamily="34" charset="0"/>
                          <a:ea typeface="Calibri" panose="020F0502020204030204" pitchFamily="34" charset="0"/>
                          <a:cs typeface="Iskoola Pota" panose="02010503010101010104" pitchFamily="2" charset="0"/>
                        </a:rPr>
                        <a:t>මෙම සැසියේදී භාවිතා කරන ගලවා ගැනීමේ උපකරණ </a:t>
                      </a:r>
                      <a:r>
                        <a:rPr lang="si-LK" sz="1800" dirty="0" smtClean="0">
                          <a:effectLst/>
                          <a:latin typeface="Calibri" panose="020F0502020204030204" pitchFamily="34" charset="0"/>
                          <a:ea typeface="Calibri" panose="020F0502020204030204" pitchFamily="34" charset="0"/>
                          <a:cs typeface="Iskoola Pota" panose="02010503010101010104" pitchFamily="2" charset="0"/>
                        </a:rPr>
                        <a:t>යම්</a:t>
                      </a:r>
                      <a:r>
                        <a:rPr lang="si-LK" sz="18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800" dirty="0" smtClean="0">
                          <a:effectLst/>
                          <a:latin typeface="Calibri" panose="020F0502020204030204" pitchFamily="34" charset="0"/>
                          <a:ea typeface="Calibri" panose="020F0502020204030204" pitchFamily="34" charset="0"/>
                          <a:cs typeface="Iskoola Pota" panose="02010503010101010104" pitchFamily="2" charset="0"/>
                        </a:rPr>
                        <a:t>පර</a:t>
                      </a:r>
                      <a:r>
                        <a:rPr lang="si-LK" sz="1800" dirty="0">
                          <a:effectLst/>
                          <a:latin typeface="Calibri" panose="020F0502020204030204" pitchFamily="34" charset="0"/>
                          <a:ea typeface="Calibri" panose="020F0502020204030204" pitchFamily="34" charset="0"/>
                          <a:cs typeface="Iskoola Pota" panose="02010503010101010104" pitchFamily="2" charset="0"/>
                        </a:rPr>
                        <a:t>ිත්‍යාගශීලි</a:t>
                      </a:r>
                      <a:r>
                        <a:rPr lang="si-LK" sz="1800" dirty="0" smtClean="0">
                          <a:effectLst/>
                          <a:latin typeface="Calibri" panose="020F0502020204030204" pitchFamily="34" charset="0"/>
                          <a:ea typeface="Calibri" panose="020F0502020204030204" pitchFamily="34" charset="0"/>
                          <a:cs typeface="Iskoola Pota" panose="02010503010101010104" pitchFamily="2" charset="0"/>
                        </a:rPr>
                        <a:t>යකු </a:t>
                      </a:r>
                      <a:r>
                        <a:rPr lang="si-LK" sz="1800" dirty="0">
                          <a:effectLst/>
                          <a:latin typeface="Calibri" panose="020F0502020204030204" pitchFamily="34" charset="0"/>
                          <a:ea typeface="Calibri" panose="020F0502020204030204" pitchFamily="34" charset="0"/>
                          <a:cs typeface="Iskoola Pota" panose="02010503010101010104" pitchFamily="2" charset="0"/>
                        </a:rPr>
                        <a:t>හෝ ආධා</a:t>
                      </a:r>
                      <a:r>
                        <a:rPr lang="si-LK" sz="1800" dirty="0" smtClean="0">
                          <a:effectLst/>
                          <a:latin typeface="Calibri" panose="020F0502020204030204" pitchFamily="34" charset="0"/>
                          <a:ea typeface="Calibri" panose="020F0502020204030204" pitchFamily="34" charset="0"/>
                          <a:cs typeface="Iskoola Pota" panose="02010503010101010104" pitchFamily="2" charset="0"/>
                        </a:rPr>
                        <a:t>ර</a:t>
                      </a:r>
                      <a:r>
                        <a:rPr lang="si-LK" sz="1800" baseline="0" dirty="0" smtClean="0">
                          <a:effectLst/>
                          <a:latin typeface="Calibri" panose="020F0502020204030204" pitchFamily="34" charset="0"/>
                          <a:ea typeface="Calibri" panose="020F0502020204030204" pitchFamily="34" charset="0"/>
                          <a:cs typeface="Iskoola Pota" panose="02010503010101010104" pitchFamily="2" charset="0"/>
                        </a:rPr>
                        <a:t> ලෙස ලබාදෙන </a:t>
                      </a:r>
                      <a:r>
                        <a:rPr lang="si-LK" sz="1800" dirty="0" smtClean="0">
                          <a:effectLst/>
                          <a:latin typeface="Calibri" panose="020F0502020204030204" pitchFamily="34" charset="0"/>
                          <a:ea typeface="Calibri" panose="020F0502020204030204" pitchFamily="34" charset="0"/>
                          <a:cs typeface="Iskoola Pota" panose="02010503010101010104" pitchFamily="2" charset="0"/>
                        </a:rPr>
                        <a:t>ස</a:t>
                      </a:r>
                      <a:r>
                        <a:rPr lang="si-LK" sz="1800" dirty="0">
                          <a:effectLst/>
                          <a:latin typeface="Calibri" panose="020F0502020204030204" pitchFamily="34" charset="0"/>
                          <a:ea typeface="Calibri" panose="020F0502020204030204" pitchFamily="34" charset="0"/>
                          <a:cs typeface="Iskoola Pota" panose="02010503010101010104" pitchFamily="2" charset="0"/>
                        </a:rPr>
                        <a:t>ංවිධානය විසින් </a:t>
                      </a:r>
                      <a:r>
                        <a:rPr lang="si-LK" sz="1800" dirty="0" smtClean="0">
                          <a:effectLst/>
                          <a:latin typeface="Calibri" panose="020F0502020204030204" pitchFamily="34" charset="0"/>
                          <a:ea typeface="Calibri" panose="020F0502020204030204" pitchFamily="34" charset="0"/>
                          <a:cs typeface="Iskoola Pota" panose="02010503010101010104" pitchFamily="2" charset="0"/>
                        </a:rPr>
                        <a:t>ලබාදෙන</a:t>
                      </a:r>
                      <a:r>
                        <a:rPr lang="si-LK" sz="1800" baseline="0" dirty="0" smtClean="0">
                          <a:effectLst/>
                          <a:latin typeface="Calibri" panose="020F0502020204030204" pitchFamily="34" charset="0"/>
                          <a:ea typeface="Calibri" panose="020F0502020204030204" pitchFamily="34" charset="0"/>
                          <a:cs typeface="Iskoola Pota" panose="02010503010101010104" pitchFamily="2" charset="0"/>
                        </a:rPr>
                        <a:t> අතර එසේ ලබාදෙන </a:t>
                      </a:r>
                      <a:r>
                        <a:rPr lang="si-LK" sz="1800" dirty="0" smtClean="0">
                          <a:effectLst/>
                          <a:latin typeface="Calibri" panose="020F0502020204030204" pitchFamily="34" charset="0"/>
                          <a:ea typeface="Calibri" panose="020F0502020204030204" pitchFamily="34" charset="0"/>
                          <a:cs typeface="Iskoola Pota" panose="02010503010101010104" pitchFamily="2" charset="0"/>
                        </a:rPr>
                        <a:t>ත</a:t>
                      </a:r>
                      <a:r>
                        <a:rPr lang="si-LK" sz="1800" dirty="0">
                          <a:effectLst/>
                          <a:latin typeface="Calibri" panose="020F0502020204030204" pitchFamily="34" charset="0"/>
                          <a:ea typeface="Calibri" panose="020F0502020204030204" pitchFamily="34" charset="0"/>
                          <a:cs typeface="Iskoola Pota" panose="02010503010101010104" pitchFamily="2" charset="0"/>
                        </a:rPr>
                        <a:t>ෝරා </a:t>
                      </a:r>
                      <a:r>
                        <a:rPr lang="si-LK" sz="1800" dirty="0" smtClean="0">
                          <a:effectLst/>
                          <a:latin typeface="Calibri" panose="020F0502020204030204" pitchFamily="34" charset="0"/>
                          <a:ea typeface="Calibri" panose="020F0502020204030204" pitchFamily="34" charset="0"/>
                          <a:cs typeface="Iskoola Pota" panose="02010503010101010104" pitchFamily="2" charset="0"/>
                        </a:rPr>
                        <a:t>ගත්</a:t>
                      </a:r>
                      <a:r>
                        <a:rPr lang="si-LK" sz="18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800" dirty="0" smtClean="0">
                          <a:effectLst/>
                          <a:latin typeface="Calibri" panose="020F0502020204030204" pitchFamily="34" charset="0"/>
                          <a:ea typeface="Calibri" panose="020F0502020204030204" pitchFamily="34" charset="0"/>
                          <a:cs typeface="Iskoola Pota" panose="02010503010101010104" pitchFamily="2" charset="0"/>
                        </a:rPr>
                        <a:t> උපකරණ ආරක්ෂිතව</a:t>
                      </a:r>
                      <a:r>
                        <a:rPr lang="si-LK" sz="1800" baseline="0" dirty="0" smtClean="0">
                          <a:effectLst/>
                          <a:latin typeface="Calibri" panose="020F0502020204030204" pitchFamily="34" charset="0"/>
                          <a:ea typeface="Calibri" panose="020F0502020204030204" pitchFamily="34" charset="0"/>
                          <a:cs typeface="Iskoola Pota" panose="02010503010101010104" pitchFamily="2" charset="0"/>
                        </a:rPr>
                        <a:t> තබා ඇති ස්ථානයක තබා ඇත. </a:t>
                      </a:r>
                    </a:p>
                    <a:p>
                      <a:pPr marL="0" marR="0">
                        <a:lnSpc>
                          <a:spcPct val="107000"/>
                        </a:lnSpc>
                        <a:spcBef>
                          <a:spcPts val="0"/>
                        </a:spcBef>
                        <a:spcAft>
                          <a:spcPts val="0"/>
                        </a:spcAft>
                      </a:pPr>
                      <a:r>
                        <a:rPr lang="si-LK" sz="1800" dirty="0" smtClean="0">
                          <a:effectLst/>
                          <a:latin typeface="Calibri" panose="020F0502020204030204" pitchFamily="34" charset="0"/>
                          <a:ea typeface="Calibri" panose="020F0502020204030204" pitchFamily="34" charset="0"/>
                          <a:cs typeface="Iskoola Pota" panose="02010503010101010104" pitchFamily="2" charset="0"/>
                        </a:rPr>
                        <a:t>මෙම</a:t>
                      </a:r>
                      <a:r>
                        <a:rPr lang="si-LK" sz="1800" baseline="0" dirty="0" smtClean="0">
                          <a:effectLst/>
                          <a:latin typeface="Calibri" panose="020F0502020204030204" pitchFamily="34" charset="0"/>
                          <a:ea typeface="Calibri" panose="020F0502020204030204" pitchFamily="34" charset="0"/>
                          <a:cs typeface="Iskoola Pota" panose="02010503010101010104" pitchFamily="2" charset="0"/>
                        </a:rPr>
                        <a:t> උපකරණ ලැයිස්තුවට </a:t>
                      </a:r>
                      <a:r>
                        <a:rPr lang="si-LK" sz="1800" dirty="0" smtClean="0">
                          <a:effectLst/>
                          <a:latin typeface="Calibri" panose="020F0502020204030204" pitchFamily="34" charset="0"/>
                          <a:ea typeface="Calibri" panose="020F0502020204030204" pitchFamily="34" charset="0"/>
                          <a:cs typeface="Iskoola Pota" panose="02010503010101010104" pitchFamily="2" charset="0"/>
                        </a:rPr>
                        <a:t>අවම </a:t>
                      </a:r>
                      <a:r>
                        <a:rPr lang="si-LK" sz="1800" dirty="0">
                          <a:effectLst/>
                          <a:latin typeface="Calibri" panose="020F0502020204030204" pitchFamily="34" charset="0"/>
                          <a:ea typeface="Calibri" panose="020F0502020204030204" pitchFamily="34" charset="0"/>
                          <a:cs typeface="Iskoola Pota" panose="02010503010101010104" pitchFamily="2" charset="0"/>
                        </a:rPr>
                        <a:t>වශයෙන් සවල</a:t>
                      </a:r>
                      <a:r>
                        <a:rPr lang="en-US" sz="1800" dirty="0">
                          <a:effectLst/>
                          <a:latin typeface="Calibri" panose="020F0502020204030204" pitchFamily="34" charset="0"/>
                          <a:ea typeface="Calibri" panose="020F0502020204030204" pitchFamily="34" charset="0"/>
                          <a:cs typeface="Iskoola Pota" panose="02010503010101010104" pitchFamily="2" charset="0"/>
                        </a:rPr>
                        <a:t>, </a:t>
                      </a:r>
                      <a:r>
                        <a:rPr lang="si-LK" sz="1800" dirty="0">
                          <a:effectLst/>
                          <a:latin typeface="Calibri" panose="020F0502020204030204" pitchFamily="34" charset="0"/>
                          <a:ea typeface="Calibri" panose="020F0502020204030204" pitchFamily="34" charset="0"/>
                          <a:cs typeface="Iskoola Pota" panose="02010503010101010104" pitchFamily="2" charset="0"/>
                        </a:rPr>
                        <a:t>කකුළුවන්</a:t>
                      </a:r>
                      <a:r>
                        <a:rPr lang="en-US" sz="1800" dirty="0">
                          <a:effectLst/>
                          <a:latin typeface="Calibri" panose="020F0502020204030204" pitchFamily="34" charset="0"/>
                          <a:ea typeface="Calibri" panose="020F0502020204030204" pitchFamily="34" charset="0"/>
                          <a:cs typeface="Iskoola Pota" panose="02010503010101010104" pitchFamily="2" charset="0"/>
                        </a:rPr>
                        <a:t>, </a:t>
                      </a:r>
                      <a:r>
                        <a:rPr lang="si-LK" sz="1800" dirty="0">
                          <a:effectLst/>
                          <a:latin typeface="Calibri" panose="020F0502020204030204" pitchFamily="34" charset="0"/>
                          <a:ea typeface="Calibri" panose="020F0502020204030204" pitchFamily="34" charset="0"/>
                          <a:cs typeface="Iskoola Pota" panose="02010503010101010104" pitchFamily="2" charset="0"/>
                        </a:rPr>
                        <a:t>ප්‍රයි බාර්</a:t>
                      </a:r>
                      <a:r>
                        <a:rPr lang="en-US" sz="1800" dirty="0">
                          <a:effectLst/>
                          <a:latin typeface="Calibri" panose="020F0502020204030204" pitchFamily="34" charset="0"/>
                          <a:ea typeface="Calibri" panose="020F0502020204030204" pitchFamily="34" charset="0"/>
                          <a:cs typeface="Iskoola Pota" panose="02010503010101010104" pitchFamily="2" charset="0"/>
                        </a:rPr>
                        <a:t>, </a:t>
                      </a:r>
                      <a:r>
                        <a:rPr lang="si-LK" sz="1800" dirty="0">
                          <a:effectLst/>
                          <a:latin typeface="Calibri" panose="020F0502020204030204" pitchFamily="34" charset="0"/>
                          <a:ea typeface="Calibri" panose="020F0502020204030204" pitchFamily="34" charset="0"/>
                          <a:cs typeface="Iskoola Pota" panose="02010503010101010104" pitchFamily="2" charset="0"/>
                        </a:rPr>
                        <a:t>මිටි</a:t>
                      </a:r>
                      <a:r>
                        <a:rPr lang="en-US" sz="1800" dirty="0">
                          <a:effectLst/>
                          <a:latin typeface="Calibri" panose="020F0502020204030204" pitchFamily="34" charset="0"/>
                          <a:ea typeface="Calibri" panose="020F0502020204030204" pitchFamily="34" charset="0"/>
                          <a:cs typeface="Iskoola Pota" panose="02010503010101010104" pitchFamily="2" charset="0"/>
                        </a:rPr>
                        <a:t>, </a:t>
                      </a:r>
                      <a:r>
                        <a:rPr lang="si-LK" sz="1800" dirty="0">
                          <a:effectLst/>
                          <a:latin typeface="Calibri" panose="020F0502020204030204" pitchFamily="34" charset="0"/>
                          <a:ea typeface="Calibri" panose="020F0502020204030204" pitchFamily="34" charset="0"/>
                          <a:cs typeface="Iskoola Pota" panose="02010503010101010104" pitchFamily="2" charset="0"/>
                        </a:rPr>
                        <a:t>කියත් වැනි මූලික </a:t>
                      </a:r>
                      <a:r>
                        <a:rPr lang="si-LK" sz="1800" dirty="0" smtClean="0">
                          <a:effectLst/>
                          <a:latin typeface="Calibri" panose="020F0502020204030204" pitchFamily="34" charset="0"/>
                          <a:ea typeface="Calibri" panose="020F0502020204030204" pitchFamily="34" charset="0"/>
                          <a:cs typeface="Iskoola Pota" panose="02010503010101010104" pitchFamily="2" charset="0"/>
                        </a:rPr>
                        <a:t>උපකරණ </a:t>
                      </a:r>
                      <a:r>
                        <a:rPr lang="si-LK" sz="1800" dirty="0">
                          <a:effectLst/>
                          <a:latin typeface="Calibri" panose="020F0502020204030204" pitchFamily="34" charset="0"/>
                          <a:ea typeface="Calibri" panose="020F0502020204030204" pitchFamily="34" charset="0"/>
                          <a:cs typeface="Iskoola Pota" panose="02010503010101010104" pitchFamily="2" charset="0"/>
                        </a:rPr>
                        <a:t>ඇතුළත් විය යුතුය.</a:t>
                      </a:r>
                      <a:endParaRPr lang="en-US" sz="18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si-LK" sz="1800" dirty="0">
                          <a:effectLst/>
                          <a:latin typeface="Calibri" panose="020F0502020204030204" pitchFamily="34" charset="0"/>
                          <a:ea typeface="Calibri" panose="020F0502020204030204" pitchFamily="34" charset="0"/>
                          <a:cs typeface="Iskoola Pota" panose="02010503010101010104" pitchFamily="2" charset="0"/>
                        </a:rPr>
                        <a:t>බලශක්ති මෙවලම්</a:t>
                      </a:r>
                      <a:r>
                        <a:rPr lang="en-US" sz="1800" dirty="0">
                          <a:effectLst/>
                          <a:latin typeface="Calibri" panose="020F0502020204030204" pitchFamily="34" charset="0"/>
                          <a:ea typeface="Calibri" panose="020F0502020204030204" pitchFamily="34" charset="0"/>
                          <a:cs typeface="Iskoola Pota" panose="02010503010101010104" pitchFamily="2" charset="0"/>
                        </a:rPr>
                        <a:t>, </a:t>
                      </a:r>
                      <a:r>
                        <a:rPr lang="si-LK" sz="1800" dirty="0">
                          <a:effectLst/>
                          <a:latin typeface="Calibri" panose="020F0502020204030204" pitchFamily="34" charset="0"/>
                          <a:ea typeface="Calibri" panose="020F0502020204030204" pitchFamily="34" charset="0"/>
                          <a:cs typeface="Iskoola Pota" panose="02010503010101010104" pitchFamily="2" charset="0"/>
                        </a:rPr>
                        <a:t>උත්පාදක යනාදිය වැනි වඩාත් සංකීර්ණ උපකරණ තෝරාගෙන තිබේ නම්</a:t>
                      </a:r>
                      <a:r>
                        <a:rPr lang="en-US" sz="1800" dirty="0">
                          <a:effectLst/>
                          <a:latin typeface="Calibri" panose="020F0502020204030204" pitchFamily="34" charset="0"/>
                          <a:ea typeface="Calibri" panose="020F0502020204030204" pitchFamily="34" charset="0"/>
                          <a:cs typeface="Iskoola Pota" panose="02010503010101010104" pitchFamily="2" charset="0"/>
                        </a:rPr>
                        <a:t>, </a:t>
                      </a:r>
                      <a:r>
                        <a:rPr lang="si-LK" sz="1800" dirty="0">
                          <a:effectLst/>
                          <a:latin typeface="Calibri" panose="020F0502020204030204" pitchFamily="34" charset="0"/>
                          <a:ea typeface="Calibri" panose="020F0502020204030204" pitchFamily="34" charset="0"/>
                          <a:cs typeface="Iskoola Pota" panose="02010503010101010104" pitchFamily="2" charset="0"/>
                        </a:rPr>
                        <a:t>මෙම සැසිය</a:t>
                      </a:r>
                      <a:r>
                        <a:rPr lang="en-US" sz="1800" dirty="0">
                          <a:effectLst/>
                          <a:latin typeface="Calibri" panose="020F0502020204030204" pitchFamily="34" charset="0"/>
                          <a:ea typeface="Calibri" panose="020F0502020204030204" pitchFamily="34" charset="0"/>
                          <a:cs typeface="Iskoola Pota" panose="02010503010101010104" pitchFamily="2" charset="0"/>
                        </a:rPr>
                        <a:t>, </a:t>
                      </a:r>
                      <a:r>
                        <a:rPr lang="si-LK" sz="1800" dirty="0">
                          <a:effectLst/>
                          <a:latin typeface="Calibri" panose="020F0502020204030204" pitchFamily="34" charset="0"/>
                          <a:ea typeface="Calibri" panose="020F0502020204030204" pitchFamily="34" charset="0"/>
                          <a:cs typeface="Iskoola Pota" panose="02010503010101010104" pitchFamily="2" charset="0"/>
                        </a:rPr>
                        <a:t>ආරක්ෂිතව කොටසක් වන සැකසීම</a:t>
                      </a:r>
                      <a:r>
                        <a:rPr lang="en-US" sz="1800" dirty="0">
                          <a:effectLst/>
                          <a:latin typeface="Calibri" panose="020F0502020204030204" pitchFamily="34" charset="0"/>
                          <a:ea typeface="Calibri" panose="020F0502020204030204" pitchFamily="34" charset="0"/>
                          <a:cs typeface="Iskoola Pota" panose="02010503010101010104" pitchFamily="2" charset="0"/>
                        </a:rPr>
                        <a:t>, </a:t>
                      </a:r>
                      <a:r>
                        <a:rPr lang="si-LK" sz="1800" dirty="0">
                          <a:effectLst/>
                          <a:latin typeface="Calibri" panose="020F0502020204030204" pitchFamily="34" charset="0"/>
                          <a:ea typeface="Calibri" panose="020F0502020204030204" pitchFamily="34" charset="0"/>
                          <a:cs typeface="Iskoola Pota" panose="02010503010101010104" pitchFamily="2" charset="0"/>
                        </a:rPr>
                        <a:t>ක්‍රියාත්මක කිරීම</a:t>
                      </a:r>
                      <a:r>
                        <a:rPr lang="en-US" sz="1800" dirty="0">
                          <a:effectLst/>
                          <a:latin typeface="Calibri" panose="020F0502020204030204" pitchFamily="34" charset="0"/>
                          <a:ea typeface="Calibri" panose="020F0502020204030204" pitchFamily="34" charset="0"/>
                          <a:cs typeface="Iskoola Pota" panose="02010503010101010104" pitchFamily="2" charset="0"/>
                        </a:rPr>
                        <a:t>, </a:t>
                      </a:r>
                      <a:r>
                        <a:rPr lang="si-LK" sz="1800" dirty="0">
                          <a:effectLst/>
                          <a:latin typeface="Calibri" panose="020F0502020204030204" pitchFamily="34" charset="0"/>
                          <a:ea typeface="Calibri" panose="020F0502020204030204" pitchFamily="34" charset="0"/>
                          <a:cs typeface="Iskoola Pota" panose="02010503010101010104" pitchFamily="2" charset="0"/>
                        </a:rPr>
                        <a:t>නඩත්තු කිරීම සහ ආරක්ෂක ක්‍රියා පටිපාටි පිළිබඳ ප්‍රමාණවත් දැනුමක් ලබා ගැනීමට සහභාගිවන්නන්ට ඉඩ සලසන විධිමත් මෙවලම් සාප්පුවක් ඇතුළත් කිරීමට මෙම සැසිය දීර්ඝ කළ යුතුය. එක් එක් මෙවලම හෝ උපකරණ සමඟ වැඩ කිරීමේ පද්ධතිය.</a:t>
                      </a:r>
                      <a:endParaRPr lang="en-US" sz="18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2575120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62416"/>
            <a:ext cx="10515600" cy="1325563"/>
          </a:xfrm>
        </p:spPr>
        <p:txBody>
          <a:bodyPr/>
          <a:lstStyle/>
          <a:p>
            <a:r>
              <a:rPr lang="si-LK" dirty="0" smtClean="0"/>
              <a:t>පළමු ප්‍රතිචාර දක්වන්නා</a:t>
            </a:r>
            <a:endParaRPr lang="en-US" dirty="0"/>
          </a:p>
        </p:txBody>
      </p:sp>
      <p:pic>
        <p:nvPicPr>
          <p:cNvPr id="6" name="Picture 5"/>
          <p:cNvPicPr>
            <a:picLocks noChangeAspect="1"/>
          </p:cNvPicPr>
          <p:nvPr/>
        </p:nvPicPr>
        <p:blipFill rotWithShape="1">
          <a:blip r:embed="rId2"/>
          <a:srcRect l="28796" t="18296" r="53241" b="76370"/>
          <a:stretch/>
        </p:blipFill>
        <p:spPr>
          <a:xfrm>
            <a:off x="390070" y="136524"/>
            <a:ext cx="3115130" cy="681037"/>
          </a:xfrm>
          <a:prstGeom prst="rect">
            <a:avLst/>
          </a:prstGeom>
        </p:spPr>
      </p:pic>
      <p:pic>
        <p:nvPicPr>
          <p:cNvPr id="7" name="Picture 6"/>
          <p:cNvPicPr>
            <a:picLocks noChangeAspect="1"/>
          </p:cNvPicPr>
          <p:nvPr/>
        </p:nvPicPr>
        <p:blipFill rotWithShape="1">
          <a:blip r:embed="rId2"/>
          <a:srcRect l="78461" t="79333" r="13981" b="13852"/>
          <a:stretch/>
        </p:blipFill>
        <p:spPr>
          <a:xfrm>
            <a:off x="10451005" y="136525"/>
            <a:ext cx="1577709" cy="681037"/>
          </a:xfrm>
          <a:prstGeom prst="rect">
            <a:avLst/>
          </a:prstGeom>
        </p:spPr>
      </p:pic>
      <p:sp>
        <p:nvSpPr>
          <p:cNvPr id="8" name="Rectangle 7"/>
          <p:cNvSpPr/>
          <p:nvPr/>
        </p:nvSpPr>
        <p:spPr>
          <a:xfrm>
            <a:off x="261257" y="4368007"/>
            <a:ext cx="11669486" cy="24272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pic>
        <p:nvPicPr>
          <p:cNvPr id="9" name="Picture 8"/>
          <p:cNvPicPr>
            <a:picLocks noChangeAspect="1"/>
          </p:cNvPicPr>
          <p:nvPr/>
        </p:nvPicPr>
        <p:blipFill rotWithShape="1">
          <a:blip r:embed="rId2"/>
          <a:srcRect l="28981" t="79333" r="56370" b="13852"/>
          <a:stretch/>
        </p:blipFill>
        <p:spPr>
          <a:xfrm>
            <a:off x="675666" y="5338764"/>
            <a:ext cx="3058134" cy="681037"/>
          </a:xfrm>
          <a:prstGeom prst="rect">
            <a:avLst/>
          </a:prstGeom>
        </p:spPr>
      </p:pic>
      <p:sp>
        <p:nvSpPr>
          <p:cNvPr id="5" name="Rectangle 4"/>
          <p:cNvSpPr/>
          <p:nvPr/>
        </p:nvSpPr>
        <p:spPr>
          <a:xfrm>
            <a:off x="838200" y="1910749"/>
            <a:ext cx="8218714" cy="1116972"/>
          </a:xfrm>
          <a:prstGeom prst="rect">
            <a:avLst/>
          </a:prstGeom>
        </p:spPr>
        <p:txBody>
          <a:bodyPr wrap="square">
            <a:spAutoFit/>
          </a:bodyPr>
          <a:lstStyle/>
          <a:p>
            <a:pPr>
              <a:lnSpc>
                <a:spcPct val="107000"/>
              </a:lnSpc>
              <a:spcAft>
                <a:spcPts val="800"/>
              </a:spcAft>
            </a:pPr>
            <a:r>
              <a:rPr lang="si-LK" sz="2800" dirty="0" smtClean="0">
                <a:latin typeface="Calibri" panose="020F0502020204030204" pitchFamily="34" charset="0"/>
                <a:ea typeface="Calibri" panose="020F0502020204030204" pitchFamily="34" charset="0"/>
              </a:rPr>
              <a:t>ප්‍රායෝගික ගලවා ගැනිමේ මෙහෙයුම්</a:t>
            </a:r>
          </a:p>
          <a:p>
            <a:pPr>
              <a:lnSpc>
                <a:spcPct val="107000"/>
              </a:lnSpc>
              <a:spcAft>
                <a:spcPts val="800"/>
              </a:spcAft>
            </a:pPr>
            <a:r>
              <a:rPr lang="si-LK" sz="2800" dirty="0" smtClean="0">
                <a:latin typeface="Calibri" panose="020F0502020204030204" pitchFamily="34" charset="0"/>
                <a:ea typeface="Calibri" panose="020F0502020204030204" pitchFamily="34" charset="0"/>
              </a:rPr>
              <a:t>ම</a:t>
            </a:r>
            <a:r>
              <a:rPr lang="si-LK" sz="2800" dirty="0">
                <a:latin typeface="Calibri" panose="020F0502020204030204" pitchFamily="34" charset="0"/>
                <a:ea typeface="Calibri" panose="020F0502020204030204" pitchFamily="34" charset="0"/>
              </a:rPr>
              <a:t>ොඩියු</a:t>
            </a:r>
            <a:r>
              <a:rPr lang="si-LK" sz="2800" dirty="0" smtClean="0">
                <a:latin typeface="Calibri" panose="020F0502020204030204" pitchFamily="34" charset="0"/>
                <a:ea typeface="Calibri" panose="020F0502020204030204" pitchFamily="34" charset="0"/>
              </a:rPr>
              <a:t>ල	</a:t>
            </a:r>
            <a:r>
              <a:rPr lang="si-LK" sz="2800" dirty="0">
                <a:latin typeface="Calibri" panose="020F0502020204030204" pitchFamily="34" charset="0"/>
                <a:ea typeface="Calibri" panose="020F0502020204030204" pitchFamily="34" charset="0"/>
                <a:cs typeface="Iskoola Pota" panose="02010503010101010104" pitchFamily="2" charset="0"/>
              </a:rPr>
              <a:t>5</a:t>
            </a:r>
            <a:r>
              <a:rPr lang="en-US" sz="2800" dirty="0" smtClean="0">
                <a:latin typeface="Calibri" panose="020F0502020204030204" pitchFamily="34" charset="0"/>
                <a:ea typeface="Calibri" panose="020F0502020204030204" pitchFamily="34" charset="0"/>
                <a:cs typeface="Iskoola Pota" panose="02010503010101010104" pitchFamily="2" charset="0"/>
              </a:rPr>
              <a:t>:</a:t>
            </a:r>
            <a:r>
              <a:rPr lang="si-LK" sz="2800" dirty="0" smtClean="0">
                <a:latin typeface="Calibri" panose="020F0502020204030204" pitchFamily="34" charset="0"/>
                <a:ea typeface="Calibri" panose="020F0502020204030204" pitchFamily="34" charset="0"/>
                <a:cs typeface="Iskoola Pota" panose="02010503010101010104" pitchFamily="2" charset="0"/>
              </a:rPr>
              <a:t> 1 </a:t>
            </a:r>
            <a:endParaRPr lang="en-US" sz="2800" dirty="0">
              <a:latin typeface="Calibri" panose="020F0502020204030204" pitchFamily="34" charset="0"/>
              <a:ea typeface="Calibri" panose="020F0502020204030204" pitchFamily="34" charset="0"/>
              <a:cs typeface="Iskoola Pota" panose="02010503010101010104" pitchFamily="2" charset="0"/>
            </a:endParaRPr>
          </a:p>
        </p:txBody>
      </p:sp>
      <p:sp>
        <p:nvSpPr>
          <p:cNvPr id="10" name="TextBox 9"/>
          <p:cNvSpPr txBox="1"/>
          <p:nvPr/>
        </p:nvSpPr>
        <p:spPr>
          <a:xfrm>
            <a:off x="6781799" y="4681526"/>
            <a:ext cx="4680857" cy="1754326"/>
          </a:xfrm>
          <a:prstGeom prst="rect">
            <a:avLst/>
          </a:prstGeom>
          <a:noFill/>
          <a:ln>
            <a:noFill/>
          </a:ln>
        </p:spPr>
        <p:txBody>
          <a:bodyPr wrap="square" rtlCol="0">
            <a:spAutoFit/>
          </a:bodyPr>
          <a:lstStyle/>
          <a:p>
            <a:pPr algn="just"/>
            <a:r>
              <a:rPr lang="si-LK" dirty="0" smtClean="0"/>
              <a:t>පළමුව ප්‍රතිචාර දැක්වීමේ පුහුණුව </a:t>
            </a:r>
          </a:p>
          <a:p>
            <a:pPr algn="just"/>
            <a:r>
              <a:rPr lang="si-LK" dirty="0" smtClean="0"/>
              <a:t>මෙම වැඩසටහන </a:t>
            </a:r>
            <a:r>
              <a:rPr lang="en-US" dirty="0" smtClean="0"/>
              <a:t>INSARAG </a:t>
            </a:r>
            <a:r>
              <a:rPr lang="si-LK" dirty="0" smtClean="0"/>
              <a:t>පුහුණුව මගින් සංවර්නය කරන ලදි. ක්‍රියාකාරි කණ්ඩායම් සියලු රටවලට සහ ප්‍රතිචාර දක්වන සංවිධානවලට ගලවා ගැනිමේ හැකියාව වර්ධනය කිරිමට සහ ජිවිත බේරා ගැනිමට උපකාර කිරිමට අදහස් කරයි.</a:t>
            </a:r>
          </a:p>
        </p:txBody>
      </p:sp>
    </p:spTree>
    <p:extLst>
      <p:ext uri="{BB962C8B-B14F-4D97-AF65-F5344CB8AC3E}">
        <p14:creationId xmlns:p14="http://schemas.microsoft.com/office/powerpoint/2010/main" val="29675890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4"/>
            <a:ext cx="3115130" cy="681037"/>
          </a:xfrm>
          <a:prstGeom prst="rect">
            <a:avLst/>
          </a:prstGeom>
        </p:spPr>
      </p:pic>
      <p:pic>
        <p:nvPicPr>
          <p:cNvPr id="5" name="Picture 4" descr="Overlay-2ColumnText.png"/>
          <p:cNvPicPr/>
          <p:nvPr/>
        </p:nvPicPr>
        <p:blipFill>
          <a:blip r:embed="rId3"/>
          <a:stretch>
            <a:fillRect/>
          </a:stretch>
        </p:blipFill>
        <p:spPr>
          <a:xfrm>
            <a:off x="8244158" y="223365"/>
            <a:ext cx="3340100" cy="5688981"/>
          </a:xfrm>
          <a:prstGeom prst="round2DiagRect">
            <a:avLst/>
          </a:prstGeom>
          <a:gradFill flip="none" rotWithShape="1">
            <a:gsLst>
              <a:gs pos="0">
                <a:srgbClr val="38ABED"/>
              </a:gs>
              <a:gs pos="100000">
                <a:srgbClr val="1B3861"/>
              </a:gs>
            </a:gsLst>
            <a:lin ang="5400000" scaled="0"/>
            <a:tileRect/>
          </a:gradFill>
        </p:spPr>
      </p:pic>
      <p:sp>
        <p:nvSpPr>
          <p:cNvPr id="6" name="Rectangle 5"/>
          <p:cNvSpPr/>
          <p:nvPr/>
        </p:nvSpPr>
        <p:spPr>
          <a:xfrm>
            <a:off x="8668899" y="5278398"/>
            <a:ext cx="2490618" cy="369332"/>
          </a:xfrm>
          <a:prstGeom prst="rect">
            <a:avLst/>
          </a:prstGeom>
        </p:spPr>
        <p:txBody>
          <a:bodyPr wrap="none">
            <a:spAutoFit/>
          </a:bodyPr>
          <a:lstStyle/>
          <a:p>
            <a:r>
              <a:rPr lang="en-US" dirty="0">
                <a:solidFill>
                  <a:schemeClr val="bg1"/>
                </a:solidFill>
              </a:rPr>
              <a:t>Coordination Saves Lives</a:t>
            </a:r>
          </a:p>
        </p:txBody>
      </p:sp>
      <p:pic>
        <p:nvPicPr>
          <p:cNvPr id="7" name="Picture 6"/>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8" name="Content Placeholder 2"/>
          <p:cNvSpPr>
            <a:spLocks noGrp="1"/>
          </p:cNvSpPr>
          <p:nvPr>
            <p:ph idx="1"/>
          </p:nvPr>
        </p:nvSpPr>
        <p:spPr>
          <a:xfrm>
            <a:off x="390071" y="1042635"/>
            <a:ext cx="6281058" cy="4235763"/>
          </a:xfrm>
        </p:spPr>
        <p:txBody>
          <a:bodyPr>
            <a:normAutofit/>
          </a:bodyPr>
          <a:lstStyle/>
          <a:p>
            <a:pPr marL="0" indent="0" algn="ctr">
              <a:buNone/>
            </a:pPr>
            <a:endParaRPr lang="en-US" sz="3600" b="1" dirty="0"/>
          </a:p>
          <a:p>
            <a:pPr marL="0" indent="0" algn="ctr">
              <a:buNone/>
            </a:pPr>
            <a:r>
              <a:rPr lang="si-LK" sz="4400" b="1" dirty="0" smtClean="0"/>
              <a:t>ප්‍රායෝගික ගලවා ගැනිමේ මෙහෙයුම්</a:t>
            </a:r>
          </a:p>
          <a:p>
            <a:pPr marL="0" indent="0" algn="ctr">
              <a:buNone/>
            </a:pPr>
            <a:endParaRPr lang="si-LK" sz="3600" b="1" dirty="0"/>
          </a:p>
          <a:p>
            <a:pPr marL="0" indent="0" algn="ctr">
              <a:buNone/>
            </a:pPr>
            <a:endParaRPr lang="en-US" sz="3600" b="1" dirty="0" smtClean="0"/>
          </a:p>
          <a:p>
            <a:pPr marL="0" indent="0" algn="ctr">
              <a:buNone/>
            </a:pPr>
            <a:endParaRPr lang="si-LK" sz="3600" b="1" dirty="0" smtClean="0"/>
          </a:p>
          <a:p>
            <a:endParaRPr lang="si-LK" dirty="0"/>
          </a:p>
          <a:p>
            <a:endParaRPr lang="en-US" dirty="0"/>
          </a:p>
          <a:p>
            <a:endParaRPr lang="en-US" dirty="0"/>
          </a:p>
        </p:txBody>
      </p:sp>
      <p:sp>
        <p:nvSpPr>
          <p:cNvPr id="9" name="Title 3"/>
          <p:cNvSpPr txBox="1">
            <a:spLocks noGrp="1"/>
          </p:cNvSpPr>
          <p:nvPr>
            <p:ph type="title"/>
          </p:nvPr>
        </p:nvSpPr>
        <p:spPr>
          <a:xfrm>
            <a:off x="8572069" y="729656"/>
            <a:ext cx="2838017" cy="1200329"/>
          </a:xfrm>
          <a:prstGeom prst="rect">
            <a:avLst/>
          </a:prstGeom>
          <a:noFill/>
        </p:spPr>
        <p:txBody>
          <a:bodyPr wrap="square" rtlCol="0">
            <a:spAutoFit/>
          </a:bodyPr>
          <a:lstStyle/>
          <a:p>
            <a:pPr algn="r"/>
            <a:r>
              <a:rPr lang="si-LK" sz="4000" b="1" dirty="0" smtClean="0">
                <a:solidFill>
                  <a:prstClr val="black"/>
                </a:solidFill>
                <a:latin typeface="Calibri Light" panose="020F0302020204030204"/>
              </a:rPr>
              <a:t>පළමු ප්‍රතිචාර දක්වන්නා</a:t>
            </a:r>
            <a:endParaRPr lang="en-US" sz="4000" b="1" dirty="0"/>
          </a:p>
        </p:txBody>
      </p:sp>
    </p:spTree>
    <p:extLst>
      <p:ext uri="{BB962C8B-B14F-4D97-AF65-F5344CB8AC3E}">
        <p14:creationId xmlns:p14="http://schemas.microsoft.com/office/powerpoint/2010/main" val="361421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4"/>
            <a:ext cx="3115130" cy="681037"/>
          </a:xfrm>
          <a:prstGeom prst="rect">
            <a:avLst/>
          </a:prstGeom>
        </p:spPr>
      </p:pic>
      <p:sp>
        <p:nvSpPr>
          <p:cNvPr id="6" name="Rectangle 5"/>
          <p:cNvSpPr/>
          <p:nvPr/>
        </p:nvSpPr>
        <p:spPr>
          <a:xfrm>
            <a:off x="8668899" y="5278398"/>
            <a:ext cx="2490618" cy="369332"/>
          </a:xfrm>
          <a:prstGeom prst="rect">
            <a:avLst/>
          </a:prstGeom>
        </p:spPr>
        <p:txBody>
          <a:bodyPr wrap="none">
            <a:spAutoFit/>
          </a:bodyPr>
          <a:lstStyle/>
          <a:p>
            <a:r>
              <a:rPr lang="en-US" dirty="0">
                <a:solidFill>
                  <a:schemeClr val="bg1"/>
                </a:solidFill>
              </a:rPr>
              <a:t>Coordination Saves Lives</a:t>
            </a:r>
          </a:p>
        </p:txBody>
      </p:sp>
      <p:pic>
        <p:nvPicPr>
          <p:cNvPr id="7" name="Picture 6"/>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2" name="Content Placeholder 1"/>
          <p:cNvSpPr>
            <a:spLocks noGrp="1"/>
          </p:cNvSpPr>
          <p:nvPr>
            <p:ph idx="1"/>
          </p:nvPr>
        </p:nvSpPr>
        <p:spPr>
          <a:xfrm>
            <a:off x="838200" y="2666873"/>
            <a:ext cx="10515600" cy="4351338"/>
          </a:xfrm>
        </p:spPr>
        <p:txBody>
          <a:bodyPr>
            <a:normAutofit/>
          </a:bodyPr>
          <a:lstStyle/>
          <a:p>
            <a:r>
              <a:rPr lang="si-LK" sz="2400" dirty="0" smtClean="0"/>
              <a:t>ප්‍රතිපත්ති සහ මෙහෙයුම් ක්‍රියා ආරක්ෂිත ක්‍රියා පිළිවෙත විස්තර කිරිම.</a:t>
            </a:r>
          </a:p>
          <a:p>
            <a:r>
              <a:rPr lang="si-LK" sz="2400" dirty="0" smtClean="0"/>
              <a:t>පවතින මෙවලම් සහ උපකරණ පිළිබද දළ විශ්ලේෂණයක් ලබා දීම.</a:t>
            </a:r>
            <a:endParaRPr lang="en-US" sz="2400" dirty="0"/>
          </a:p>
        </p:txBody>
      </p:sp>
      <p:sp>
        <p:nvSpPr>
          <p:cNvPr id="3" name="Title 2"/>
          <p:cNvSpPr>
            <a:spLocks noGrp="1"/>
          </p:cNvSpPr>
          <p:nvPr>
            <p:ph type="title"/>
          </p:nvPr>
        </p:nvSpPr>
        <p:spPr>
          <a:xfrm>
            <a:off x="838200" y="812077"/>
            <a:ext cx="10515600" cy="1325563"/>
          </a:xfrm>
        </p:spPr>
        <p:txBody>
          <a:bodyPr>
            <a:normAutofit/>
          </a:bodyPr>
          <a:lstStyle/>
          <a:p>
            <a:r>
              <a:rPr lang="si-LK" sz="3600" dirty="0" smtClean="0"/>
              <a:t>ප්‍රායෝගික ගලවා ගැනිමේ මෙහෙයුම්</a:t>
            </a:r>
            <a:br>
              <a:rPr lang="si-LK" sz="3600" dirty="0" smtClean="0"/>
            </a:br>
            <a:r>
              <a:rPr lang="si-LK" sz="3600" dirty="0" smtClean="0"/>
              <a:t>ඉගෙනීමේ ප්‍රතිඵලය</a:t>
            </a:r>
            <a:endParaRPr lang="en-US" sz="3600" dirty="0"/>
          </a:p>
        </p:txBody>
      </p:sp>
    </p:spTree>
    <p:extLst>
      <p:ext uri="{BB962C8B-B14F-4D97-AF65-F5344CB8AC3E}">
        <p14:creationId xmlns:p14="http://schemas.microsoft.com/office/powerpoint/2010/main" val="1222027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4"/>
            <a:ext cx="3115130" cy="681037"/>
          </a:xfrm>
          <a:prstGeom prst="rect">
            <a:avLst/>
          </a:prstGeom>
        </p:spPr>
      </p:pic>
      <p:sp>
        <p:nvSpPr>
          <p:cNvPr id="6" name="Rectangle 5"/>
          <p:cNvSpPr/>
          <p:nvPr/>
        </p:nvSpPr>
        <p:spPr>
          <a:xfrm>
            <a:off x="8668899" y="5278398"/>
            <a:ext cx="2490618" cy="369332"/>
          </a:xfrm>
          <a:prstGeom prst="rect">
            <a:avLst/>
          </a:prstGeom>
        </p:spPr>
        <p:txBody>
          <a:bodyPr wrap="none">
            <a:spAutoFit/>
          </a:bodyPr>
          <a:lstStyle/>
          <a:p>
            <a:r>
              <a:rPr lang="en-US" dirty="0">
                <a:solidFill>
                  <a:schemeClr val="bg1"/>
                </a:solidFill>
              </a:rPr>
              <a:t>Coordination Saves Lives</a:t>
            </a:r>
          </a:p>
        </p:txBody>
      </p:sp>
      <p:pic>
        <p:nvPicPr>
          <p:cNvPr id="7" name="Picture 6"/>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2" name="Content Placeholder 1"/>
          <p:cNvSpPr>
            <a:spLocks noGrp="1"/>
          </p:cNvSpPr>
          <p:nvPr>
            <p:ph idx="1"/>
          </p:nvPr>
        </p:nvSpPr>
        <p:spPr>
          <a:xfrm>
            <a:off x="838200" y="1408131"/>
            <a:ext cx="10515600" cy="4351338"/>
          </a:xfrm>
        </p:spPr>
        <p:txBody>
          <a:bodyPr/>
          <a:lstStyle/>
          <a:p>
            <a:r>
              <a:rPr lang="si-LK" dirty="0" smtClean="0"/>
              <a:t>මූලික ආරක්ෂක නීති</a:t>
            </a:r>
          </a:p>
        </p:txBody>
      </p:sp>
      <p:sp>
        <p:nvSpPr>
          <p:cNvPr id="3" name="Title 2"/>
          <p:cNvSpPr>
            <a:spLocks noGrp="1"/>
          </p:cNvSpPr>
          <p:nvPr>
            <p:ph type="title"/>
          </p:nvPr>
        </p:nvSpPr>
        <p:spPr>
          <a:xfrm>
            <a:off x="838200" y="500062"/>
            <a:ext cx="10515600" cy="1325563"/>
          </a:xfrm>
        </p:spPr>
        <p:txBody>
          <a:bodyPr>
            <a:normAutofit/>
          </a:bodyPr>
          <a:lstStyle/>
          <a:p>
            <a:r>
              <a:rPr lang="si-LK" sz="3600" dirty="0" smtClean="0"/>
              <a:t>ප්‍රායෝගික ගලවා ගැනිමේ මෙහෙයුම්</a:t>
            </a:r>
            <a:br>
              <a:rPr lang="si-LK" sz="3600" dirty="0" smtClean="0"/>
            </a:br>
            <a:endParaRPr lang="en-US" sz="3600" dirty="0"/>
          </a:p>
        </p:txBody>
      </p:sp>
      <p:sp>
        <p:nvSpPr>
          <p:cNvPr id="8" name="Rectangle 7"/>
          <p:cNvSpPr/>
          <p:nvPr/>
        </p:nvSpPr>
        <p:spPr>
          <a:xfrm>
            <a:off x="1083733" y="2396450"/>
            <a:ext cx="10792178" cy="4044056"/>
          </a:xfrm>
          <a:prstGeom prst="rect">
            <a:avLst/>
          </a:prstGeom>
        </p:spPr>
        <p:txBody>
          <a:bodyPr wrap="square">
            <a:spAutoFit/>
          </a:bodyPr>
          <a:lstStyle/>
          <a:p>
            <a:pPr marL="342900" marR="0" lvl="0" indent="-342900">
              <a:lnSpc>
                <a:spcPct val="107000"/>
              </a:lnSpc>
              <a:spcBef>
                <a:spcPts val="0"/>
              </a:spcBef>
              <a:spcAft>
                <a:spcPts val="0"/>
              </a:spcAft>
              <a:buFont typeface="Wingdings" panose="05000000000000000000" pitchFamily="2" charset="2"/>
              <a:buChar char=""/>
            </a:pPr>
            <a:r>
              <a:rPr lang="si-LK" sz="2400" dirty="0">
                <a:latin typeface="Calibri" panose="020F0502020204030204" pitchFamily="34" charset="0"/>
                <a:ea typeface="Calibri" panose="020F0502020204030204" pitchFamily="34" charset="0"/>
              </a:rPr>
              <a:t>අනතුරුදා</a:t>
            </a:r>
            <a:r>
              <a:rPr lang="si-LK" sz="2400" dirty="0" smtClean="0">
                <a:latin typeface="Calibri" panose="020F0502020204030204" pitchFamily="34" charset="0"/>
                <a:ea typeface="Calibri" panose="020F0502020204030204" pitchFamily="34" charset="0"/>
              </a:rPr>
              <a:t>යක</a:t>
            </a:r>
            <a:r>
              <a:rPr lang="en-US" sz="2400" dirty="0" smtClean="0">
                <a:latin typeface="Calibri" panose="020F0502020204030204" pitchFamily="34" charset="0"/>
                <a:ea typeface="Calibri" panose="020F0502020204030204" pitchFamily="34" charset="0"/>
              </a:rPr>
              <a:t> </a:t>
            </a:r>
            <a:r>
              <a:rPr lang="si-LK" sz="2400" dirty="0" smtClean="0">
                <a:latin typeface="Calibri" panose="020F0502020204030204" pitchFamily="34" charset="0"/>
                <a:ea typeface="Calibri" panose="020F0502020204030204" pitchFamily="34" charset="0"/>
              </a:rPr>
              <a:t>තත්වයන් පිළිබදව </a:t>
            </a:r>
            <a:r>
              <a:rPr lang="si-LK" sz="2400" dirty="0">
                <a:latin typeface="Calibri" panose="020F0502020204030204" pitchFamily="34" charset="0"/>
                <a:ea typeface="Calibri" panose="020F0502020204030204" pitchFamily="34" charset="0"/>
              </a:rPr>
              <a:t>ඉගැන්වීම මතක තබා ගන්න</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Wingdings" panose="05000000000000000000" pitchFamily="2" charset="2"/>
              <a:buChar char=""/>
            </a:pPr>
            <a:r>
              <a:rPr lang="si-LK" sz="2400" dirty="0">
                <a:latin typeface="Calibri" panose="020F0502020204030204" pitchFamily="34" charset="0"/>
                <a:ea typeface="Calibri" panose="020F0502020204030204" pitchFamily="34" charset="0"/>
              </a:rPr>
              <a:t>ඔබ ගමන් කිරීමට පෙර සෑම විටම </a:t>
            </a:r>
            <a:r>
              <a:rPr lang="si-LK" sz="2400" dirty="0" smtClean="0">
                <a:latin typeface="Calibri" panose="020F0502020204030204" pitchFamily="34" charset="0"/>
                <a:ea typeface="Calibri" panose="020F0502020204030204" pitchFamily="34" charset="0"/>
              </a:rPr>
              <a:t>අවට බලන</a:t>
            </a:r>
            <a:r>
              <a:rPr lang="si-LK" sz="2400" dirty="0">
                <a:latin typeface="Calibri" panose="020F0502020204030204" pitchFamily="34" charset="0"/>
                <a:ea typeface="Calibri" panose="020F0502020204030204" pitchFamily="34" charset="0"/>
              </a:rPr>
              <a:t>්න - ඉහළ බලන්න - පහත බලන්න</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Wingdings" panose="05000000000000000000" pitchFamily="2" charset="2"/>
              <a:buChar char=""/>
            </a:pPr>
            <a:r>
              <a:rPr lang="si-LK" sz="2400" dirty="0">
                <a:latin typeface="Calibri" panose="020F0502020204030204" pitchFamily="34" charset="0"/>
                <a:ea typeface="Calibri" panose="020F0502020204030204" pitchFamily="34" charset="0"/>
              </a:rPr>
              <a:t>ප්‍රවේශමෙන් ගමන් </a:t>
            </a:r>
            <a:r>
              <a:rPr lang="si-LK" sz="2400" dirty="0" smtClean="0">
                <a:latin typeface="Calibri" panose="020F0502020204030204" pitchFamily="34" charset="0"/>
                <a:ea typeface="Calibri" panose="020F0502020204030204" pitchFamily="34" charset="0"/>
              </a:rPr>
              <a:t>කරන්න. </a:t>
            </a:r>
            <a:r>
              <a:rPr lang="si-LK" sz="2400" dirty="0">
                <a:latin typeface="Calibri" panose="020F0502020204030204" pitchFamily="34" charset="0"/>
                <a:ea typeface="Calibri" panose="020F0502020204030204" pitchFamily="34" charset="0"/>
              </a:rPr>
              <a:t>සම්බන්ධතා ස්ථාන </a:t>
            </a:r>
            <a:r>
              <a:rPr lang="en-US" sz="2400" dirty="0">
                <a:latin typeface="Calibri" panose="020F0502020204030204" pitchFamily="34" charset="0"/>
                <a:ea typeface="Calibri" panose="020F0502020204030204" pitchFamily="34" charset="0"/>
                <a:cs typeface="Iskoola Pota" panose="02010503010101010104" pitchFamily="2" charset="0"/>
              </a:rPr>
              <a:t>3</a:t>
            </a:r>
            <a:r>
              <a:rPr lang="si-LK" sz="2400" dirty="0">
                <a:latin typeface="Calibri" panose="020F0502020204030204" pitchFamily="34" charset="0"/>
                <a:ea typeface="Calibri" panose="020F0502020204030204" pitchFamily="34" charset="0"/>
              </a:rPr>
              <a:t>ක් </a:t>
            </a:r>
            <a:r>
              <a:rPr lang="si-LK" sz="2400" dirty="0" smtClean="0">
                <a:latin typeface="Calibri" panose="020F0502020204030204" pitchFamily="34" charset="0"/>
                <a:ea typeface="Calibri" panose="020F0502020204030204" pitchFamily="34" charset="0"/>
              </a:rPr>
              <a:t>මත තබ</a:t>
            </a:r>
            <a:r>
              <a:rPr lang="si-LK" sz="2400" dirty="0">
                <a:latin typeface="Calibri" panose="020F0502020204030204" pitchFamily="34" charset="0"/>
                <a:ea typeface="Calibri" panose="020F0502020204030204" pitchFamily="34" charset="0"/>
              </a:rPr>
              <a:t>ා ගැනීමට උත්සාහ කරන්න</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Wingdings" panose="05000000000000000000" pitchFamily="2" charset="2"/>
              <a:buChar char=""/>
            </a:pPr>
            <a:r>
              <a:rPr lang="si-LK" sz="2400" dirty="0" smtClean="0">
                <a:latin typeface="Calibri" panose="020F0502020204030204" pitchFamily="34" charset="0"/>
                <a:ea typeface="Calibri" panose="020F0502020204030204" pitchFamily="34" charset="0"/>
              </a:rPr>
              <a:t>ආපදාවෙන් අනතුරට පත් පුද්ගලයින් වෙත සවන</a:t>
            </a:r>
            <a:r>
              <a:rPr lang="si-LK" sz="2400" dirty="0">
                <a:latin typeface="Calibri" panose="020F0502020204030204" pitchFamily="34" charset="0"/>
                <a:ea typeface="Calibri" panose="020F0502020204030204" pitchFamily="34" charset="0"/>
              </a:rPr>
              <a:t>් දෙන්න</a:t>
            </a:r>
            <a:r>
              <a:rPr lang="en-US" sz="2400" dirty="0">
                <a:latin typeface="Calibri" panose="020F0502020204030204" pitchFamily="34" charset="0"/>
                <a:ea typeface="Calibri" panose="020F0502020204030204" pitchFamily="34" charset="0"/>
                <a:cs typeface="Iskoola Pota" panose="02010503010101010104" pitchFamily="2" charset="0"/>
              </a:rPr>
              <a:t>, </a:t>
            </a:r>
            <a:r>
              <a:rPr lang="si-LK" sz="2400" dirty="0">
                <a:latin typeface="Calibri" panose="020F0502020204030204" pitchFamily="34" charset="0"/>
                <a:ea typeface="Calibri" panose="020F0502020204030204" pitchFamily="34" charset="0"/>
              </a:rPr>
              <a:t>නමුත් </a:t>
            </a:r>
            <a:r>
              <a:rPr lang="si-LK" sz="2400" dirty="0" smtClean="0">
                <a:latin typeface="Calibri" panose="020F0502020204030204" pitchFamily="34" charset="0"/>
                <a:ea typeface="Calibri" panose="020F0502020204030204" pitchFamily="34" charset="0"/>
              </a:rPr>
              <a:t>ඇතිවිය හැකි හානි උපද්‍රවයන් පිළිබදව අවධානයෙන් සිටින්න.</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Wingdings" panose="05000000000000000000" pitchFamily="2" charset="2"/>
              <a:buChar char=""/>
            </a:pPr>
            <a:r>
              <a:rPr lang="si-LK" sz="2400" dirty="0">
                <a:latin typeface="Calibri" panose="020F0502020204030204" pitchFamily="34" charset="0"/>
                <a:ea typeface="Calibri" panose="020F0502020204030204" pitchFamily="34" charset="0"/>
              </a:rPr>
              <a:t>කිසි විටෙකත් තනිවම වැඩ නොකරන්න - යුගල වශයෙන් හෝ කණ්ඩායම් වශයෙන් වැඩ කරන්න</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Wingdings" panose="05000000000000000000" pitchFamily="2" charset="2"/>
              <a:buChar char=""/>
            </a:pPr>
            <a:r>
              <a:rPr lang="si-LK" sz="2400" dirty="0">
                <a:latin typeface="Calibri" panose="020F0502020204030204" pitchFamily="34" charset="0"/>
                <a:ea typeface="Calibri" panose="020F0502020204030204" pitchFamily="34" charset="0"/>
              </a:rPr>
              <a:t>සෑම විටම ඔබ සතුව ඇති ආරක්ෂිත </a:t>
            </a:r>
            <a:r>
              <a:rPr lang="si-LK" sz="2400" dirty="0" smtClean="0">
                <a:latin typeface="Calibri" panose="020F0502020204030204" pitchFamily="34" charset="0"/>
                <a:ea typeface="Calibri" panose="020F0502020204030204" pitchFamily="34" charset="0"/>
              </a:rPr>
              <a:t>ඇදුම් හා උපකරණ අඳ</a:t>
            </a:r>
            <a:r>
              <a:rPr lang="si-LK" sz="2400" dirty="0">
                <a:latin typeface="Calibri" panose="020F0502020204030204" pitchFamily="34" charset="0"/>
                <a:ea typeface="Calibri" panose="020F0502020204030204" pitchFamily="34" charset="0"/>
              </a:rPr>
              <a:t>ින්න</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Wingdings" panose="05000000000000000000" pitchFamily="2" charset="2"/>
              <a:buChar char=""/>
            </a:pPr>
            <a:r>
              <a:rPr lang="si-LK" sz="2400" dirty="0">
                <a:latin typeface="Calibri" panose="020F0502020204030204" pitchFamily="34" charset="0"/>
                <a:ea typeface="Calibri" panose="020F0502020204030204" pitchFamily="34" charset="0"/>
              </a:rPr>
              <a:t>උපදෙස් අනුව උපකරණ භාවිතා කරන්න</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800"/>
              </a:spcAft>
              <a:buFont typeface="Wingdings" panose="05000000000000000000" pitchFamily="2" charset="2"/>
              <a:buChar char=""/>
            </a:pPr>
            <a:r>
              <a:rPr lang="si-LK" sz="2400" dirty="0">
                <a:latin typeface="Calibri" panose="020F0502020204030204" pitchFamily="34" charset="0"/>
                <a:ea typeface="Calibri" panose="020F0502020204030204" pitchFamily="34" charset="0"/>
              </a:rPr>
              <a:t>නිශ්ශබ්දව</a:t>
            </a:r>
            <a:r>
              <a:rPr lang="en-US" sz="2400" dirty="0">
                <a:latin typeface="Calibri" panose="020F0502020204030204" pitchFamily="34" charset="0"/>
                <a:ea typeface="Calibri" panose="020F0502020204030204" pitchFamily="34" charset="0"/>
                <a:cs typeface="Iskoola Pota" panose="02010503010101010104" pitchFamily="2" charset="0"/>
              </a:rPr>
              <a:t>, </a:t>
            </a:r>
            <a:r>
              <a:rPr lang="si-LK" sz="2400" dirty="0">
                <a:latin typeface="Calibri" panose="020F0502020204030204" pitchFamily="34" charset="0"/>
                <a:ea typeface="Calibri" panose="020F0502020204030204" pitchFamily="34" charset="0"/>
              </a:rPr>
              <a:t>ක්‍රමානුකූලව සහ ක්‍රියාකාරී සැලැස්මකට වැඩ කරන්න</a:t>
            </a:r>
            <a:endParaRPr lang="en-US" sz="24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4182889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4"/>
            <a:ext cx="3115130" cy="681037"/>
          </a:xfrm>
          <a:prstGeom prst="rect">
            <a:avLst/>
          </a:prstGeom>
        </p:spPr>
      </p:pic>
      <p:sp>
        <p:nvSpPr>
          <p:cNvPr id="6" name="Rectangle 5"/>
          <p:cNvSpPr/>
          <p:nvPr/>
        </p:nvSpPr>
        <p:spPr>
          <a:xfrm>
            <a:off x="8668899" y="5278398"/>
            <a:ext cx="2490618" cy="369332"/>
          </a:xfrm>
          <a:prstGeom prst="rect">
            <a:avLst/>
          </a:prstGeom>
        </p:spPr>
        <p:txBody>
          <a:bodyPr wrap="none">
            <a:spAutoFit/>
          </a:bodyPr>
          <a:lstStyle/>
          <a:p>
            <a:r>
              <a:rPr lang="en-US" dirty="0">
                <a:solidFill>
                  <a:schemeClr val="bg1"/>
                </a:solidFill>
              </a:rPr>
              <a:t>Coordination Saves Lives</a:t>
            </a:r>
          </a:p>
        </p:txBody>
      </p:sp>
      <p:pic>
        <p:nvPicPr>
          <p:cNvPr id="7" name="Picture 6"/>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3" name="Title 2"/>
          <p:cNvSpPr>
            <a:spLocks noGrp="1"/>
          </p:cNvSpPr>
          <p:nvPr>
            <p:ph type="title"/>
          </p:nvPr>
        </p:nvSpPr>
        <p:spPr>
          <a:xfrm>
            <a:off x="838200" y="438295"/>
            <a:ext cx="10515600" cy="1325563"/>
          </a:xfrm>
        </p:spPr>
        <p:txBody>
          <a:bodyPr>
            <a:normAutofit/>
          </a:bodyPr>
          <a:lstStyle/>
          <a:p>
            <a:r>
              <a:rPr lang="si-LK" sz="3600" dirty="0" smtClean="0"/>
              <a:t>ගලවා ගැනීමේ උපකරණ හැඳින්වීම</a:t>
            </a:r>
            <a:endParaRPr lang="en-US" sz="3600" dirty="0"/>
          </a:p>
        </p:txBody>
      </p:sp>
      <p:sp>
        <p:nvSpPr>
          <p:cNvPr id="5" name="Rectangle 4"/>
          <p:cNvSpPr/>
          <p:nvPr/>
        </p:nvSpPr>
        <p:spPr>
          <a:xfrm>
            <a:off x="838199" y="1844386"/>
            <a:ext cx="10732912" cy="2236638"/>
          </a:xfrm>
          <a:prstGeom prst="rect">
            <a:avLst/>
          </a:prstGeom>
        </p:spPr>
        <p:txBody>
          <a:bodyPr wrap="square">
            <a:spAutoFit/>
          </a:bodyPr>
          <a:lstStyle/>
          <a:p>
            <a:pPr>
              <a:lnSpc>
                <a:spcPct val="107000"/>
              </a:lnSpc>
              <a:spcAft>
                <a:spcPts val="800"/>
              </a:spcAft>
            </a:pPr>
            <a:r>
              <a:rPr lang="si-LK" sz="2800" dirty="0">
                <a:latin typeface="Calibri" panose="020F0502020204030204" pitchFamily="34" charset="0"/>
                <a:ea typeface="Calibri" panose="020F0502020204030204" pitchFamily="34" charset="0"/>
              </a:rPr>
              <a:t>කෙට</a:t>
            </a:r>
            <a:r>
              <a:rPr lang="si-LK" sz="2800" dirty="0" smtClean="0">
                <a:latin typeface="Calibri" panose="020F0502020204030204" pitchFamily="34" charset="0"/>
                <a:ea typeface="Calibri" panose="020F0502020204030204" pitchFamily="34" charset="0"/>
              </a:rPr>
              <a:t>ියෙන් විස්තර කිරිම.</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Wingdings" panose="05000000000000000000" pitchFamily="2" charset="2"/>
              <a:buChar char=""/>
            </a:pPr>
            <a:r>
              <a:rPr lang="si-LK" sz="2400" dirty="0" smtClean="0">
                <a:latin typeface="Calibri" panose="020F0502020204030204" pitchFamily="34" charset="0"/>
                <a:ea typeface="Calibri" panose="020F0502020204030204" pitchFamily="34" charset="0"/>
              </a:rPr>
              <a:t>ඔබගේ </a:t>
            </a:r>
            <a:r>
              <a:rPr lang="si-LK" sz="2400" dirty="0">
                <a:latin typeface="Calibri" panose="020F0502020204030204" pitchFamily="34" charset="0"/>
                <a:ea typeface="Calibri" panose="020F0502020204030204" pitchFamily="34" charset="0"/>
              </a:rPr>
              <a:t>උපදේශකයා/පුහුණුකරු ඔබට </a:t>
            </a:r>
            <a:r>
              <a:rPr lang="si-LK" sz="2400" dirty="0" smtClean="0">
                <a:latin typeface="Calibri" panose="020F0502020204030204" pitchFamily="34" charset="0"/>
                <a:ea typeface="Calibri" panose="020F0502020204030204" pitchFamily="34" charset="0"/>
              </a:rPr>
              <a:t>ගලව</a:t>
            </a:r>
            <a:r>
              <a:rPr lang="si-LK" sz="2400" dirty="0">
                <a:latin typeface="Calibri" panose="020F0502020204030204" pitchFamily="34" charset="0"/>
                <a:ea typeface="Calibri" panose="020F0502020204030204" pitchFamily="34" charset="0"/>
              </a:rPr>
              <a:t>ා ගැනීමේ උපකරණ පිළිබඳව හඳුන්වා දෙනු ඇත.</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800"/>
              </a:spcAft>
              <a:buFont typeface="Wingdings" panose="05000000000000000000" pitchFamily="2" charset="2"/>
              <a:buChar char=""/>
            </a:pPr>
            <a:r>
              <a:rPr lang="si-LK" sz="2400" dirty="0">
                <a:latin typeface="Calibri" panose="020F0502020204030204" pitchFamily="34" charset="0"/>
                <a:ea typeface="Calibri" panose="020F0502020204030204" pitchFamily="34" charset="0"/>
              </a:rPr>
              <a:t>එක් එක් </a:t>
            </a:r>
            <a:r>
              <a:rPr lang="si-LK" sz="2400" dirty="0" smtClean="0">
                <a:latin typeface="Calibri" panose="020F0502020204030204" pitchFamily="34" charset="0"/>
                <a:ea typeface="Calibri" panose="020F0502020204030204" pitchFamily="34" charset="0"/>
              </a:rPr>
              <a:t>උපකරණ භ</a:t>
            </a:r>
            <a:r>
              <a:rPr lang="si-LK" sz="2400" dirty="0">
                <a:latin typeface="Calibri" panose="020F0502020204030204" pitchFamily="34" charset="0"/>
                <a:ea typeface="Calibri" panose="020F0502020204030204" pitchFamily="34" charset="0"/>
              </a:rPr>
              <a:t>ාවිතා කරන්නේ කෙසේද සහ </a:t>
            </a:r>
            <a:r>
              <a:rPr lang="si-LK" sz="2400" dirty="0" smtClean="0">
                <a:latin typeface="Calibri" panose="020F0502020204030204" pitchFamily="34" charset="0"/>
                <a:ea typeface="Calibri" panose="020F0502020204030204" pitchFamily="34" charset="0"/>
              </a:rPr>
              <a:t>එම උපකරණ පිළිබදව එහි විස්තර කර ඇත.</a:t>
            </a:r>
            <a:endParaRPr lang="en-US" sz="24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3406451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981200" y="3048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lstStyle>
            <a:lvl1pPr marL="382588" indent="-3429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fontAlgn="base">
              <a:spcBef>
                <a:spcPts val="800"/>
              </a:spcBef>
              <a:spcAft>
                <a:spcPct val="0"/>
              </a:spcAft>
              <a:buClr>
                <a:srgbClr val="FFFFFF"/>
              </a:buClr>
              <a:buSzPct val="100000"/>
            </a:pPr>
            <a:endParaRPr lang="en-US" sz="4000">
              <a:solidFill>
                <a:srgbClr val="056CB6"/>
              </a:solidFill>
              <a:latin typeface="Arial" panose="020B0604020202020204" pitchFamily="34" charset="0"/>
              <a:sym typeface="Times" panose="02020603050405020304" pitchFamily="18" charset="0"/>
            </a:endParaRPr>
          </a:p>
        </p:txBody>
      </p:sp>
      <p:sp>
        <p:nvSpPr>
          <p:cNvPr id="13315" name="TextBox 1"/>
          <p:cNvSpPr txBox="1">
            <a:spLocks noChangeArrowheads="1"/>
          </p:cNvSpPr>
          <p:nvPr/>
        </p:nvSpPr>
        <p:spPr bwMode="auto">
          <a:xfrm>
            <a:off x="2133600" y="609601"/>
            <a:ext cx="8229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endParaRPr lang="en-US">
              <a:solidFill>
                <a:srgbClr val="000000"/>
              </a:solidFill>
            </a:endParaRPr>
          </a:p>
        </p:txBody>
      </p:sp>
      <p:pic>
        <p:nvPicPr>
          <p:cNvPr id="13316" name="Picture 1" descr="background.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524000"/>
            <a:ext cx="8763000" cy="299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TextBox 2"/>
          <p:cNvSpPr txBox="1">
            <a:spLocks noChangeArrowheads="1"/>
          </p:cNvSpPr>
          <p:nvPr/>
        </p:nvSpPr>
        <p:spPr bwMode="auto">
          <a:xfrm>
            <a:off x="3276600" y="2592388"/>
            <a:ext cx="28194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4400">
                <a:solidFill>
                  <a:srgbClr val="FFFFFF"/>
                </a:solidFill>
                <a:latin typeface="Avenir Medium" charset="0"/>
              </a:rPr>
              <a:t>Questions</a:t>
            </a:r>
          </a:p>
        </p:txBody>
      </p:sp>
      <p:sp>
        <p:nvSpPr>
          <p:cNvPr id="13318" name="TextBox 4"/>
          <p:cNvSpPr txBox="1">
            <a:spLocks noChangeArrowheads="1"/>
          </p:cNvSpPr>
          <p:nvPr/>
        </p:nvSpPr>
        <p:spPr bwMode="auto">
          <a:xfrm rot="-5400000">
            <a:off x="5450682" y="3358357"/>
            <a:ext cx="17526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800">
                <a:solidFill>
                  <a:srgbClr val="FFFFFF"/>
                </a:solidFill>
                <a:latin typeface="Avenir Medium" charset="0"/>
              </a:rPr>
              <a:t>Cuestión</a:t>
            </a:r>
          </a:p>
        </p:txBody>
      </p:sp>
      <p:sp>
        <p:nvSpPr>
          <p:cNvPr id="13319" name="Rectangle 6"/>
          <p:cNvSpPr>
            <a:spLocks noChangeArrowheads="1"/>
          </p:cNvSpPr>
          <p:nvPr/>
        </p:nvSpPr>
        <p:spPr bwMode="auto">
          <a:xfrm>
            <a:off x="7086600" y="1676401"/>
            <a:ext cx="17986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La question</a:t>
            </a:r>
          </a:p>
        </p:txBody>
      </p:sp>
      <p:sp>
        <p:nvSpPr>
          <p:cNvPr id="13320" name="Rectangle 7"/>
          <p:cNvSpPr>
            <a:spLocks noChangeArrowheads="1"/>
          </p:cNvSpPr>
          <p:nvPr/>
        </p:nvSpPr>
        <p:spPr bwMode="auto">
          <a:xfrm>
            <a:off x="7086600" y="2582864"/>
            <a:ext cx="137569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ar-SA" sz="4400">
                <a:solidFill>
                  <a:srgbClr val="FFFFFF"/>
                </a:solidFill>
              </a:rPr>
              <a:t>الأسئلة</a:t>
            </a:r>
            <a:endParaRPr lang="en-US" sz="4400">
              <a:solidFill>
                <a:srgbClr val="FFFFFF"/>
              </a:solidFill>
            </a:endParaRPr>
          </a:p>
        </p:txBody>
      </p:sp>
      <p:sp>
        <p:nvSpPr>
          <p:cNvPr id="13321" name="Rectangle 8"/>
          <p:cNvSpPr>
            <a:spLocks noChangeArrowheads="1"/>
          </p:cNvSpPr>
          <p:nvPr/>
        </p:nvSpPr>
        <p:spPr bwMode="auto">
          <a:xfrm>
            <a:off x="1905001" y="3200401"/>
            <a:ext cx="1801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bg-BG" sz="3600">
                <a:solidFill>
                  <a:srgbClr val="FFFFFF"/>
                </a:solidFill>
              </a:rPr>
              <a:t>въпроси</a:t>
            </a:r>
            <a:endParaRPr lang="en-US" sz="3600">
              <a:solidFill>
                <a:srgbClr val="FFFFFF"/>
              </a:solidFill>
            </a:endParaRPr>
          </a:p>
        </p:txBody>
      </p:sp>
      <p:sp>
        <p:nvSpPr>
          <p:cNvPr id="13322" name="Rectangle 9"/>
          <p:cNvSpPr>
            <a:spLocks noChangeArrowheads="1"/>
          </p:cNvSpPr>
          <p:nvPr/>
        </p:nvSpPr>
        <p:spPr bwMode="auto">
          <a:xfrm>
            <a:off x="5334001" y="1676401"/>
            <a:ext cx="11080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zh-TW" altLang="en-US" sz="3600">
                <a:solidFill>
                  <a:srgbClr val="FFFFFF"/>
                </a:solidFill>
              </a:rPr>
              <a:t>问题</a:t>
            </a:r>
            <a:endParaRPr lang="en-US" sz="3600">
              <a:solidFill>
                <a:srgbClr val="FFFFFF"/>
              </a:solidFill>
            </a:endParaRPr>
          </a:p>
        </p:txBody>
      </p:sp>
      <p:sp>
        <p:nvSpPr>
          <p:cNvPr id="13323" name="Rectangle 10"/>
          <p:cNvSpPr>
            <a:spLocks noChangeArrowheads="1"/>
          </p:cNvSpPr>
          <p:nvPr/>
        </p:nvSpPr>
        <p:spPr bwMode="auto">
          <a:xfrm>
            <a:off x="5029201" y="3429001"/>
            <a:ext cx="10969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otázky</a:t>
            </a:r>
          </a:p>
        </p:txBody>
      </p:sp>
      <p:sp>
        <p:nvSpPr>
          <p:cNvPr id="13324" name="Rectangle 11"/>
          <p:cNvSpPr>
            <a:spLocks noChangeArrowheads="1"/>
          </p:cNvSpPr>
          <p:nvPr/>
        </p:nvSpPr>
        <p:spPr bwMode="auto">
          <a:xfrm>
            <a:off x="6826250" y="3886201"/>
            <a:ext cx="1860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800">
                <a:solidFill>
                  <a:srgbClr val="FFFFFF"/>
                </a:solidFill>
                <a:latin typeface="Avenir Medium" charset="0"/>
              </a:rPr>
              <a:t>spørgsmål</a:t>
            </a:r>
          </a:p>
        </p:txBody>
      </p:sp>
      <p:sp>
        <p:nvSpPr>
          <p:cNvPr id="13325" name="Rectangle 12"/>
          <p:cNvSpPr>
            <a:spLocks noChangeArrowheads="1"/>
          </p:cNvSpPr>
          <p:nvPr/>
        </p:nvSpPr>
        <p:spPr bwMode="auto">
          <a:xfrm rot="-5400000">
            <a:off x="2151856" y="2267744"/>
            <a:ext cx="14620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3200">
                <a:solidFill>
                  <a:srgbClr val="FFFFFF"/>
                </a:solidFill>
                <a:latin typeface="Avenir Medium" charset="0"/>
              </a:rPr>
              <a:t>vragen</a:t>
            </a:r>
          </a:p>
        </p:txBody>
      </p:sp>
      <p:sp>
        <p:nvSpPr>
          <p:cNvPr id="13326" name="Rectangle 13"/>
          <p:cNvSpPr>
            <a:spLocks noChangeArrowheads="1"/>
          </p:cNvSpPr>
          <p:nvPr/>
        </p:nvSpPr>
        <p:spPr bwMode="auto">
          <a:xfrm>
            <a:off x="4267201" y="3962401"/>
            <a:ext cx="16557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küsimused</a:t>
            </a:r>
          </a:p>
        </p:txBody>
      </p:sp>
      <p:sp>
        <p:nvSpPr>
          <p:cNvPr id="13327" name="Rectangle 14"/>
          <p:cNvSpPr>
            <a:spLocks noChangeArrowheads="1"/>
          </p:cNvSpPr>
          <p:nvPr/>
        </p:nvSpPr>
        <p:spPr bwMode="auto">
          <a:xfrm>
            <a:off x="7086600" y="2209801"/>
            <a:ext cx="1785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kysymykset</a:t>
            </a:r>
          </a:p>
        </p:txBody>
      </p:sp>
      <p:sp>
        <p:nvSpPr>
          <p:cNvPr id="13328" name="Rectangle 15"/>
          <p:cNvSpPr>
            <a:spLocks noChangeArrowheads="1"/>
          </p:cNvSpPr>
          <p:nvPr/>
        </p:nvSpPr>
        <p:spPr bwMode="auto">
          <a:xfrm rot="-5400000">
            <a:off x="1476376" y="2201863"/>
            <a:ext cx="16557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3600">
                <a:solidFill>
                  <a:srgbClr val="FFFFFF"/>
                </a:solidFill>
                <a:latin typeface="Avenir Medium" charset="0"/>
              </a:rPr>
              <a:t>Fragen</a:t>
            </a:r>
          </a:p>
        </p:txBody>
      </p:sp>
      <p:sp>
        <p:nvSpPr>
          <p:cNvPr id="13329" name="Rectangle 16"/>
          <p:cNvSpPr>
            <a:spLocks noChangeArrowheads="1"/>
          </p:cNvSpPr>
          <p:nvPr/>
        </p:nvSpPr>
        <p:spPr bwMode="auto">
          <a:xfrm>
            <a:off x="5410200" y="2667001"/>
            <a:ext cx="76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rPr>
              <a:t> </a:t>
            </a:r>
          </a:p>
        </p:txBody>
      </p:sp>
      <p:sp>
        <p:nvSpPr>
          <p:cNvPr id="13330" name="Rectangle 18"/>
          <p:cNvSpPr>
            <a:spLocks noChangeArrowheads="1"/>
          </p:cNvSpPr>
          <p:nvPr/>
        </p:nvSpPr>
        <p:spPr bwMode="auto">
          <a:xfrm>
            <a:off x="3276601" y="2133601"/>
            <a:ext cx="20617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rPr>
              <a:t>सवालों के जवाब</a:t>
            </a:r>
          </a:p>
        </p:txBody>
      </p:sp>
      <p:sp>
        <p:nvSpPr>
          <p:cNvPr id="13331" name="Rectangle 19"/>
          <p:cNvSpPr>
            <a:spLocks noChangeArrowheads="1"/>
          </p:cNvSpPr>
          <p:nvPr/>
        </p:nvSpPr>
        <p:spPr bwMode="auto">
          <a:xfrm>
            <a:off x="1752600" y="3886200"/>
            <a:ext cx="2266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3200">
                <a:solidFill>
                  <a:srgbClr val="FFFFFF"/>
                </a:solidFill>
                <a:latin typeface="Avenir Medium" charset="0"/>
              </a:rPr>
              <a:t>pertanyaan</a:t>
            </a:r>
          </a:p>
        </p:txBody>
      </p:sp>
      <p:sp>
        <p:nvSpPr>
          <p:cNvPr id="13332" name="Rectangle 20"/>
          <p:cNvSpPr>
            <a:spLocks noChangeArrowheads="1"/>
          </p:cNvSpPr>
          <p:nvPr/>
        </p:nvSpPr>
        <p:spPr bwMode="auto">
          <a:xfrm rot="-5400000">
            <a:off x="5919788" y="2279651"/>
            <a:ext cx="17287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800">
                <a:solidFill>
                  <a:srgbClr val="FFFFFF"/>
                </a:solidFill>
                <a:latin typeface="Avenir Medium" charset="0"/>
              </a:rPr>
              <a:t>domande</a:t>
            </a:r>
          </a:p>
        </p:txBody>
      </p:sp>
      <p:sp>
        <p:nvSpPr>
          <p:cNvPr id="13333" name="Rectangle 21"/>
          <p:cNvSpPr>
            <a:spLocks noChangeArrowheads="1"/>
          </p:cNvSpPr>
          <p:nvPr/>
        </p:nvSpPr>
        <p:spPr bwMode="auto">
          <a:xfrm>
            <a:off x="3886200" y="3352800"/>
            <a:ext cx="1004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ja-JP" altLang="en-US" sz="3200">
                <a:solidFill>
                  <a:srgbClr val="FFFFFF"/>
                </a:solidFill>
              </a:rPr>
              <a:t>質問</a:t>
            </a:r>
            <a:endParaRPr lang="en-US" sz="3200">
              <a:solidFill>
                <a:srgbClr val="FFFFFF"/>
              </a:solidFill>
            </a:endParaRPr>
          </a:p>
        </p:txBody>
      </p:sp>
      <p:sp>
        <p:nvSpPr>
          <p:cNvPr id="13334" name="Rectangle 22"/>
          <p:cNvSpPr>
            <a:spLocks noChangeArrowheads="1"/>
          </p:cNvSpPr>
          <p:nvPr/>
        </p:nvSpPr>
        <p:spPr bwMode="auto">
          <a:xfrm>
            <a:off x="5105401" y="2286001"/>
            <a:ext cx="1592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perguntas</a:t>
            </a:r>
          </a:p>
        </p:txBody>
      </p:sp>
      <p:sp>
        <p:nvSpPr>
          <p:cNvPr id="13335" name="Rectangle 23"/>
          <p:cNvSpPr>
            <a:spLocks noChangeArrowheads="1"/>
          </p:cNvSpPr>
          <p:nvPr/>
        </p:nvSpPr>
        <p:spPr bwMode="auto">
          <a:xfrm>
            <a:off x="3654426" y="1600201"/>
            <a:ext cx="13989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Times" panose="02020603050405020304" pitchFamily="18" charset="0"/>
              </a:rPr>
              <a:t>вопросов</a:t>
            </a:r>
          </a:p>
        </p:txBody>
      </p:sp>
      <p:sp>
        <p:nvSpPr>
          <p:cNvPr id="13336" name="Rectangle 24"/>
          <p:cNvSpPr>
            <a:spLocks noChangeArrowheads="1"/>
          </p:cNvSpPr>
          <p:nvPr/>
        </p:nvSpPr>
        <p:spPr bwMode="auto">
          <a:xfrm>
            <a:off x="7162800" y="3360738"/>
            <a:ext cx="11366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sorular</a:t>
            </a:r>
          </a:p>
        </p:txBody>
      </p:sp>
      <p:sp>
        <p:nvSpPr>
          <p:cNvPr id="13337" name="TextBox 25"/>
          <p:cNvSpPr txBox="1">
            <a:spLocks noChangeArrowheads="1"/>
          </p:cNvSpPr>
          <p:nvPr/>
        </p:nvSpPr>
        <p:spPr bwMode="auto">
          <a:xfrm>
            <a:off x="8991600" y="1371601"/>
            <a:ext cx="1524000"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19900">
                <a:solidFill>
                  <a:srgbClr val="FFFFFF"/>
                </a:solidFill>
                <a:latin typeface="Avenir Medium" charset="0"/>
              </a:rPr>
              <a:t>?</a:t>
            </a:r>
          </a:p>
        </p:txBody>
      </p:sp>
    </p:spTree>
    <p:extLst>
      <p:ext uri="{BB962C8B-B14F-4D97-AF65-F5344CB8AC3E}">
        <p14:creationId xmlns:p14="http://schemas.microsoft.com/office/powerpoint/2010/main" val="8736955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1"/>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hangingPunct="1"/>
            <a:fld id="{207FAFF6-E146-4F48-809E-3DA26EEA4871}" type="slidenum">
              <a:rPr lang="en-US" sz="1400">
                <a:latin typeface="Times" panose="02020603050405020304" pitchFamily="18" charset="0"/>
                <a:sym typeface="Times" panose="02020603050405020304" pitchFamily="18" charset="0"/>
              </a:rPr>
              <a:pPr eaLnBrk="1" hangingPunct="1"/>
              <a:t>10</a:t>
            </a:fld>
            <a:endParaRPr lang="en-US" sz="1400">
              <a:latin typeface="Times" panose="02020603050405020304" pitchFamily="18" charset="0"/>
              <a:sym typeface="Times" panose="02020603050405020304" pitchFamily="18" charset="0"/>
            </a:endParaRPr>
          </a:p>
        </p:txBody>
      </p:sp>
    </p:spTree>
    <p:extLst>
      <p:ext uri="{BB962C8B-B14F-4D97-AF65-F5344CB8AC3E}">
        <p14:creationId xmlns:p14="http://schemas.microsoft.com/office/powerpoint/2010/main" val="3448732214"/>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62416"/>
            <a:ext cx="10515600" cy="1325563"/>
          </a:xfrm>
        </p:spPr>
        <p:txBody>
          <a:bodyPr/>
          <a:lstStyle/>
          <a:p>
            <a:r>
              <a:rPr lang="si-LK" dirty="0" smtClean="0"/>
              <a:t>පළමු ප්‍රතිචාර දැක්වීමේ පුහුණු වැඩසටහන</a:t>
            </a:r>
            <a:endParaRPr lang="en-US" dirty="0"/>
          </a:p>
        </p:txBody>
      </p:sp>
      <p:sp>
        <p:nvSpPr>
          <p:cNvPr id="3" name="Content Placeholder 2"/>
          <p:cNvSpPr>
            <a:spLocks noGrp="1"/>
          </p:cNvSpPr>
          <p:nvPr>
            <p:ph idx="1"/>
          </p:nvPr>
        </p:nvSpPr>
        <p:spPr/>
        <p:txBody>
          <a:bodyPr/>
          <a:lstStyle/>
          <a:p>
            <a:r>
              <a:rPr lang="si-LK" dirty="0"/>
              <a:t>මොඩියුලර්	</a:t>
            </a:r>
            <a:r>
              <a:rPr lang="si-LK" dirty="0" smtClean="0"/>
              <a:t>5: ගලවා ගැනිමේ මොඩියුලය</a:t>
            </a:r>
            <a:endParaRPr lang="en-US" dirty="0" smtClean="0"/>
          </a:p>
          <a:p>
            <a:r>
              <a:rPr lang="si-LK" dirty="0" smtClean="0"/>
              <a:t>සැසිය 	5.2- පාඩම් සැලැස්ම</a:t>
            </a:r>
          </a:p>
          <a:p>
            <a:r>
              <a:rPr lang="si-LK" dirty="0" smtClean="0"/>
              <a:t>ෂෝරීන් මෙහෙයුම</a:t>
            </a:r>
            <a:endParaRPr lang="en-US" dirty="0"/>
          </a:p>
          <a:p>
            <a:endParaRPr lang="si-LK" dirty="0" smtClean="0"/>
          </a:p>
        </p:txBody>
      </p:sp>
      <p:pic>
        <p:nvPicPr>
          <p:cNvPr id="6" name="Picture 5"/>
          <p:cNvPicPr>
            <a:picLocks noChangeAspect="1"/>
          </p:cNvPicPr>
          <p:nvPr/>
        </p:nvPicPr>
        <p:blipFill rotWithShape="1">
          <a:blip r:embed="rId2"/>
          <a:srcRect l="28796" t="18296" r="53241" b="76370"/>
          <a:stretch/>
        </p:blipFill>
        <p:spPr>
          <a:xfrm>
            <a:off x="390070" y="136524"/>
            <a:ext cx="3115130" cy="681037"/>
          </a:xfrm>
          <a:prstGeom prst="rect">
            <a:avLst/>
          </a:prstGeom>
        </p:spPr>
      </p:pic>
      <p:pic>
        <p:nvPicPr>
          <p:cNvPr id="7" name="Picture 6"/>
          <p:cNvPicPr>
            <a:picLocks noChangeAspect="1"/>
          </p:cNvPicPr>
          <p:nvPr/>
        </p:nvPicPr>
        <p:blipFill rotWithShape="1">
          <a:blip r:embed="rId2"/>
          <a:srcRect l="78461" t="79333" r="13981" b="13852"/>
          <a:stretch/>
        </p:blipFill>
        <p:spPr>
          <a:xfrm>
            <a:off x="10451005" y="136525"/>
            <a:ext cx="1577709" cy="681037"/>
          </a:xfrm>
          <a:prstGeom prst="rect">
            <a:avLst/>
          </a:prstGeom>
        </p:spPr>
      </p:pic>
      <p:sp>
        <p:nvSpPr>
          <p:cNvPr id="8" name="Rectangle 7"/>
          <p:cNvSpPr/>
          <p:nvPr/>
        </p:nvSpPr>
        <p:spPr>
          <a:xfrm>
            <a:off x="261257" y="4368007"/>
            <a:ext cx="11669486" cy="24272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pic>
        <p:nvPicPr>
          <p:cNvPr id="9" name="Picture 8"/>
          <p:cNvPicPr>
            <a:picLocks noChangeAspect="1"/>
          </p:cNvPicPr>
          <p:nvPr/>
        </p:nvPicPr>
        <p:blipFill rotWithShape="1">
          <a:blip r:embed="rId2"/>
          <a:srcRect l="28981" t="79333" r="56370" b="13852"/>
          <a:stretch/>
        </p:blipFill>
        <p:spPr>
          <a:xfrm>
            <a:off x="675666" y="5338764"/>
            <a:ext cx="3058134" cy="681037"/>
          </a:xfrm>
          <a:prstGeom prst="rect">
            <a:avLst/>
          </a:prstGeom>
        </p:spPr>
      </p:pic>
      <p:sp>
        <p:nvSpPr>
          <p:cNvPr id="11" name="TextBox 10"/>
          <p:cNvSpPr txBox="1"/>
          <p:nvPr/>
        </p:nvSpPr>
        <p:spPr>
          <a:xfrm>
            <a:off x="6781799" y="4681526"/>
            <a:ext cx="4680857" cy="2031325"/>
          </a:xfrm>
          <a:prstGeom prst="rect">
            <a:avLst/>
          </a:prstGeom>
          <a:noFill/>
          <a:ln>
            <a:noFill/>
          </a:ln>
        </p:spPr>
        <p:txBody>
          <a:bodyPr wrap="square" rtlCol="0">
            <a:spAutoFit/>
          </a:bodyPr>
          <a:lstStyle/>
          <a:p>
            <a:pPr algn="just"/>
            <a:r>
              <a:rPr lang="si-LK" dirty="0" smtClean="0"/>
              <a:t>පළමුව ප්‍රතිචාර දැක්වීමේ පුහුණු වැඩසටහන </a:t>
            </a:r>
            <a:r>
              <a:rPr lang="en-US" dirty="0" smtClean="0"/>
              <a:t>INSARAG </a:t>
            </a:r>
            <a:r>
              <a:rPr lang="si-LK" dirty="0" smtClean="0"/>
              <a:t>පුහුණු ක්‍රියාකාරි කණ්ඩායම විසින් සංවර්ධනය කරන ලද අතර ගලවා ගැනිමේ හැකියාව වර්ධනය කිරිමට සහ ජිවිත බේරා ගැනිම මෙහෙයුම් සදහා සියලුම රටවලට සහ ප්‍රතිචාර දක්වන සංවිධානවලට අවශ්‍ය උපකාර කිරිම මෙයින් අදහස් කෙරේ.</a:t>
            </a:r>
          </a:p>
        </p:txBody>
      </p:sp>
    </p:spTree>
    <p:extLst>
      <p:ext uri="{BB962C8B-B14F-4D97-AF65-F5344CB8AC3E}">
        <p14:creationId xmlns:p14="http://schemas.microsoft.com/office/powerpoint/2010/main" val="42364152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113382" y="6378096"/>
            <a:ext cx="963080" cy="569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0" i="0" u="none" strike="noStrike" cap="none" normalizeH="0" baseline="0" dirty="0" err="1" smtClean="0">
                <a:ln>
                  <a:noFill/>
                </a:ln>
                <a:solidFill>
                  <a:schemeClr val="tx1"/>
                </a:solidFill>
                <a:effectLst/>
                <a:latin typeface="Calibri" panose="020F0502020204030204" pitchFamily="34" charset="0"/>
                <a:ea typeface="Calibri" panose="020F0502020204030204" pitchFamily="34" charset="0"/>
                <a:cs typeface="Iskoola Pota" panose="02010503010101010104" pitchFamily="2" charset="0"/>
              </a:rPr>
              <a:t>විනාඩි</a:t>
            </a:r>
            <a:r>
              <a:rPr kumimoji="0" lang="en-US" sz="13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Iskoola Pota" panose="02010503010101010104" pitchFamily="2" charset="0"/>
              </a:rPr>
              <a:t> </a:t>
            </a:r>
            <a:r>
              <a:rPr kumimoji="0" lang="si-LK" sz="13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Iskoola Pota" panose="02010503010101010104" pitchFamily="2" charset="0"/>
              </a:rPr>
              <a:t>60</a:t>
            </a:r>
            <a:r>
              <a:rPr kumimoji="0" lang="en-US" sz="13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Iskoola Pota" panose="02010503010101010104" pitchFamily="2" charset="0"/>
              </a:rPr>
              <a:t> </a:t>
            </a:r>
            <a:r>
              <a:rPr kumimoji="0" lang="en-US" sz="1300" b="0" i="0" u="none" strike="noStrike" cap="none" normalizeH="0" baseline="0" dirty="0" err="1" smtClean="0">
                <a:ln>
                  <a:noFill/>
                </a:ln>
                <a:solidFill>
                  <a:schemeClr val="tx1"/>
                </a:solidFill>
                <a:effectLst/>
                <a:latin typeface="Calibri" panose="020F0502020204030204" pitchFamily="34" charset="0"/>
                <a:ea typeface="Calibri" panose="020F0502020204030204" pitchFamily="34" charset="0"/>
                <a:cs typeface="Iskoola Pota" panose="02010503010101010104" pitchFamily="2" charset="0"/>
              </a:rPr>
              <a:t>ක්</a:t>
            </a:r>
            <a:endParaRPr kumimoji="0" lang="en-US" sz="13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273412574"/>
              </p:ext>
            </p:extLst>
          </p:nvPr>
        </p:nvGraphicFramePr>
        <p:xfrm>
          <a:off x="92834" y="154328"/>
          <a:ext cx="11786054" cy="1420606"/>
        </p:xfrm>
        <a:graphic>
          <a:graphicData uri="http://schemas.openxmlformats.org/drawingml/2006/table">
            <a:tbl>
              <a:tblPr firstRow="1" firstCol="1" bandRow="1"/>
              <a:tblGrid>
                <a:gridCol w="3927844"/>
                <a:gridCol w="3929105"/>
                <a:gridCol w="3929105"/>
              </a:tblGrid>
              <a:tr h="246364">
                <a:tc>
                  <a:txBody>
                    <a:bodyPr/>
                    <a:lstStyle/>
                    <a:p>
                      <a:pPr marL="0" marR="0">
                        <a:lnSpc>
                          <a:spcPct val="107000"/>
                        </a:lnSpc>
                        <a:spcBef>
                          <a:spcPts val="0"/>
                        </a:spcBef>
                        <a:spcAft>
                          <a:spcPts val="0"/>
                        </a:spcAft>
                      </a:pP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ඉලක්කය</a:t>
                      </a:r>
                      <a:r>
                        <a:rPr lang="en-US" sz="1400" dirty="0" smtClean="0">
                          <a:effectLst/>
                          <a:latin typeface="Calibri" panose="020F0502020204030204" pitchFamily="34" charset="0"/>
                          <a:ea typeface="Calibri" panose="020F0502020204030204" pitchFamily="34" charset="0"/>
                          <a:cs typeface="Iskoola Pota" panose="02010503010101010104" pitchFamily="2" charset="0"/>
                        </a:rPr>
                        <a:t> </a:t>
                      </a:r>
                      <a:r>
                        <a:rPr lang="en-US" sz="1400" dirty="0">
                          <a:effectLst/>
                          <a:latin typeface="Calibri" panose="020F0502020204030204" pitchFamily="34" charset="0"/>
                          <a:ea typeface="Calibri" panose="020F0502020204030204" pitchFamily="34" charset="0"/>
                          <a:cs typeface="Iskoola Pota" panose="02010503010101010104" pitchFamily="2" charset="0"/>
                        </a:rPr>
                        <a:t>(Aims)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අරමුණු</a:t>
                      </a:r>
                      <a:r>
                        <a:rPr lang="en-US" sz="1400" dirty="0">
                          <a:effectLst/>
                          <a:latin typeface="Calibri" panose="020F0502020204030204" pitchFamily="34" charset="0"/>
                          <a:ea typeface="Calibri" panose="020F0502020204030204" pitchFamily="34" charset="0"/>
                          <a:cs typeface="Iskoola Pota" panose="02010503010101010104" pitchFamily="2" charset="0"/>
                        </a:rPr>
                        <a:t>(Objectives)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ඉගෙනුම්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ප්‍රත</a:t>
                      </a:r>
                      <a:r>
                        <a:rPr lang="si-LK" sz="1400" dirty="0">
                          <a:effectLst/>
                          <a:latin typeface="Calibri" panose="020F0502020204030204" pitchFamily="34" charset="0"/>
                          <a:ea typeface="Calibri" panose="020F0502020204030204" pitchFamily="34" charset="0"/>
                          <a:cs typeface="Iskoola Pota" panose="02010503010101010104" pitchFamily="2" charset="0"/>
                        </a:rPr>
                        <a:t>ිඵල</a:t>
                      </a:r>
                      <a:r>
                        <a:rPr lang="en-US" sz="1400" dirty="0">
                          <a:effectLst/>
                          <a:latin typeface="Calibri" panose="020F0502020204030204" pitchFamily="34" charset="0"/>
                          <a:ea typeface="Calibri" panose="020F0502020204030204" pitchFamily="34" charset="0"/>
                          <a:cs typeface="Iskoola Pota" panose="02010503010101010104" pitchFamily="2" charset="0"/>
                        </a:rPr>
                        <a:t> (Learning Objective)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r>
              <a:tr h="869315">
                <a:tc>
                  <a:txBody>
                    <a:bodyPr/>
                    <a:lstStyle/>
                    <a:p>
                      <a:pPr marL="342900" marR="0" lvl="0" indent="-342900">
                        <a:lnSpc>
                          <a:spcPct val="107000"/>
                        </a:lnSpc>
                        <a:spcBef>
                          <a:spcPts val="0"/>
                        </a:spcBef>
                        <a:spcAft>
                          <a:spcPts val="0"/>
                        </a:spcAft>
                        <a:buFont typeface="Symbol" panose="05050102010706020507" pitchFamily="18" charset="2"/>
                        <a:buChar char=""/>
                      </a:pPr>
                      <a:r>
                        <a:rPr lang="si-LK" sz="1200" dirty="0">
                          <a:effectLst/>
                          <a:latin typeface="Calibri" panose="020F0502020204030204" pitchFamily="34" charset="0"/>
                          <a:ea typeface="Calibri" panose="020F0502020204030204" pitchFamily="34" charset="0"/>
                          <a:cs typeface="Iskoola Pota" panose="02010503010101010104" pitchFamily="2" charset="0"/>
                        </a:rPr>
                        <a:t>ගලව</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 ග</a:t>
                      </a:r>
                      <a:r>
                        <a:rPr lang="si-LK" sz="1200" dirty="0">
                          <a:effectLst/>
                          <a:latin typeface="Calibri" panose="020F0502020204030204" pitchFamily="34" charset="0"/>
                          <a:ea typeface="Calibri" panose="020F0502020204030204" pitchFamily="34" charset="0"/>
                          <a:cs typeface="Iskoola Pota" panose="02010503010101010104" pitchFamily="2" charset="0"/>
                        </a:rPr>
                        <a:t>ැනීමේ මෙහෙයුම් සිදුකිරීමට ආරක්ෂිත පරිසරයක්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මත</a:t>
                      </a:r>
                      <a:r>
                        <a:rPr lang="en-US" sz="1200" dirty="0" smtClean="0">
                          <a:effectLst/>
                          <a:latin typeface="Iskoola Pota" panose="02010503010101010104" pitchFamily="2" charset="0"/>
                          <a:ea typeface="Calibri" panose="020F0502020204030204" pitchFamily="34" charset="0"/>
                          <a:cs typeface="Iskoola Pota" panose="02010503010101010104" pitchFamily="2" charset="0"/>
                        </a:rPr>
                        <a:t>, </a:t>
                      </a:r>
                      <a:r>
                        <a:rPr lang="si-LK" sz="1200" dirty="0">
                          <a:effectLst/>
                          <a:latin typeface="Iskoola Pota" panose="02010503010101010104" pitchFamily="2" charset="0"/>
                          <a:ea typeface="Calibri" panose="020F0502020204030204" pitchFamily="34" charset="0"/>
                          <a:cs typeface="Iskoola Pota" panose="02010503010101010104" pitchFamily="2" charset="0"/>
                        </a:rPr>
                        <a:t>හානියට පත් ව්‍යුහයන් </a:t>
                      </a:r>
                      <a:r>
                        <a:rPr lang="en-US" sz="1200" dirty="0" smtClean="0">
                          <a:effectLst/>
                          <a:latin typeface="Iskoola Pota" panose="02010503010101010104" pitchFamily="2" charset="0"/>
                          <a:ea typeface="Calibri" panose="020F0502020204030204" pitchFamily="34" charset="0"/>
                          <a:cs typeface="Iskoola Pota" panose="02010503010101010104" pitchFamily="2" charset="0"/>
                        </a:rPr>
                        <a:t>Shoring</a:t>
                      </a:r>
                      <a:r>
                        <a:rPr lang="en-US" sz="1200" baseline="0" dirty="0" smtClean="0">
                          <a:effectLst/>
                          <a:latin typeface="Iskoola Pota" panose="02010503010101010104" pitchFamily="2" charset="0"/>
                          <a:ea typeface="Calibri" panose="020F0502020204030204" pitchFamily="34" charset="0"/>
                          <a:cs typeface="Iskoola Pota" panose="02010503010101010104" pitchFamily="2" charset="0"/>
                        </a:rPr>
                        <a:t> </a:t>
                      </a:r>
                      <a:r>
                        <a:rPr lang="si-LK" sz="1200" baseline="0" dirty="0" smtClean="0">
                          <a:effectLst/>
                          <a:latin typeface="Iskoola Pota" panose="02010503010101010104" pitchFamily="2" charset="0"/>
                          <a:ea typeface="Calibri" panose="020F0502020204030204" pitchFamily="34" charset="0"/>
                          <a:cs typeface="Iskoola Pota" panose="02010503010101010104" pitchFamily="2" charset="0"/>
                        </a:rPr>
                        <a:t>භාවිතා කිරිම සහ</a:t>
                      </a:r>
                      <a:r>
                        <a:rPr lang="en-US" sz="1200" dirty="0" smtClean="0">
                          <a:effectLst/>
                          <a:latin typeface="Iskoola Pota" panose="02010503010101010104" pitchFamily="2" charset="0"/>
                          <a:ea typeface="Calibri" panose="020F0502020204030204" pitchFamily="34" charset="0"/>
                          <a:cs typeface="Iskoola Pota" panose="02010503010101010104" pitchFamily="2" charset="0"/>
                        </a:rPr>
                        <a:t>, </a:t>
                      </a:r>
                      <a:r>
                        <a:rPr lang="si-LK" sz="1200" dirty="0">
                          <a:effectLst/>
                          <a:latin typeface="Iskoola Pota" panose="02010503010101010104" pitchFamily="2" charset="0"/>
                          <a:ea typeface="Calibri" panose="020F0502020204030204" pitchFamily="34" charset="0"/>
                          <a:cs typeface="Iskoola Pota" panose="02010503010101010104" pitchFamily="2" charset="0"/>
                        </a:rPr>
                        <a:t>පළමු ප්‍රතිචාර දක්වන්නන්ට </a:t>
                      </a:r>
                      <a:r>
                        <a:rPr lang="si-LK" sz="1200" dirty="0" smtClean="0">
                          <a:effectLst/>
                          <a:latin typeface="Iskoola Pota" panose="02010503010101010104" pitchFamily="2" charset="0"/>
                          <a:ea typeface="Calibri" panose="020F0502020204030204" pitchFamily="34" charset="0"/>
                          <a:cs typeface="Iskoola Pota" panose="02010503010101010104" pitchFamily="2" charset="0"/>
                        </a:rPr>
                        <a:t>එම උපකරණ භ</a:t>
                      </a:r>
                      <a:r>
                        <a:rPr lang="si-LK" sz="1200" dirty="0">
                          <a:effectLst/>
                          <a:latin typeface="Iskoola Pota" panose="02010503010101010104" pitchFamily="2" charset="0"/>
                          <a:ea typeface="Calibri" panose="020F0502020204030204" pitchFamily="34" charset="0"/>
                          <a:cs typeface="Iskoola Pota" panose="02010503010101010104" pitchFamily="2" charset="0"/>
                        </a:rPr>
                        <a:t>ාවිතා කිරීමට ආරක්ෂිත සහ සරල තාක්ෂණික ක්‍රම සැපයීම</a:t>
                      </a:r>
                      <a:r>
                        <a:rPr lang="si-LK" sz="1200" dirty="0">
                          <a:effectLst/>
                          <a:latin typeface="Calibri" panose="020F0502020204030204" pitchFamily="34" charset="0"/>
                          <a:ea typeface="Calibri" panose="020F0502020204030204" pitchFamily="34" charset="0"/>
                          <a:cs typeface="Iskoola Pota" panose="02010503010101010104" pitchFamily="2" charset="0"/>
                        </a:rPr>
                        <a:t>.</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Arial" panose="020B0604020202020204" pitchFamily="34" charset="0"/>
                        <a:buChar char="•"/>
                      </a:pP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දෙවන</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වරට ගොඩනැගිලි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බ</a:t>
                      </a:r>
                      <a:r>
                        <a:rPr lang="si-LK" sz="1200" dirty="0">
                          <a:effectLst/>
                          <a:latin typeface="Calibri" panose="020F0502020204030204" pitchFamily="34" charset="0"/>
                          <a:ea typeface="Calibri" panose="020F0502020204030204" pitchFamily="34" charset="0"/>
                          <a:cs typeface="Iskoola Pota" panose="02010503010101010104" pitchFamily="2" charset="0"/>
                        </a:rPr>
                        <a:t>ිඳවැටීමේ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අනතුරු</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සහ එම අනතුරු අවම </a:t>
                      </a:r>
                      <a:r>
                        <a:rPr lang="si-LK" sz="1200" dirty="0">
                          <a:effectLst/>
                          <a:latin typeface="Calibri" panose="020F0502020204030204" pitchFamily="34" charset="0"/>
                          <a:ea typeface="Calibri" panose="020F0502020204030204" pitchFamily="34" charset="0"/>
                          <a:cs typeface="Iskoola Pota" panose="02010503010101010104" pitchFamily="2" charset="0"/>
                        </a:rPr>
                        <a:t>කිරීමේ ක්‍රියාවන්හි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පිළිවෙල</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ත</a:t>
                      </a:r>
                      <a:r>
                        <a:rPr lang="si-LK" sz="1200" dirty="0">
                          <a:effectLst/>
                          <a:latin typeface="Calibri" panose="020F0502020204030204" pitchFamily="34" charset="0"/>
                          <a:ea typeface="Calibri" panose="020F0502020204030204" pitchFamily="34" charset="0"/>
                          <a:cs typeface="Iskoola Pota" panose="02010503010101010104" pitchFamily="2" charset="0"/>
                        </a:rPr>
                        <a:t>ේරුම්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ගැනීම.</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511175" marR="0" indent="-171450">
                        <a:lnSpc>
                          <a:spcPct val="107000"/>
                        </a:lnSpc>
                        <a:spcBef>
                          <a:spcPts val="0"/>
                        </a:spcBef>
                        <a:spcAft>
                          <a:spcPts val="0"/>
                        </a:spcAft>
                        <a:buFont typeface="Arial" panose="020B0604020202020204" pitchFamily="34" charset="0"/>
                        <a:buChar char="•"/>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හානියට පත් ව්‍යවුහයන් සඳහා </a:t>
                      </a:r>
                      <a:r>
                        <a:rPr lang="en-US" sz="1200" dirty="0" smtClean="0">
                          <a:effectLst/>
                          <a:latin typeface="Calibri" panose="020F0502020204030204" pitchFamily="34" charset="0"/>
                          <a:ea typeface="Calibri" panose="020F0502020204030204" pitchFamily="34" charset="0"/>
                          <a:cs typeface="Iskoola Pota" panose="02010503010101010104" pitchFamily="2" charset="0"/>
                        </a:rPr>
                        <a:t>Shoring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ආධාරකය</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භාවිතා කරන ආකාරය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සහ එහි මූලධර්ම තේරුම් ගන්න.</a:t>
                      </a:r>
                      <a:endParaRPr lang="en-US" sz="1100" dirty="0" smtClean="0">
                        <a:effectLst/>
                        <a:latin typeface="Calibri" panose="020F0502020204030204" pitchFamily="34" charset="0"/>
                        <a:ea typeface="Calibri" panose="020F0502020204030204" pitchFamily="34" charset="0"/>
                        <a:cs typeface="Iskoola Pota" panose="02010503010101010104" pitchFamily="2" charset="0"/>
                      </a:endParaRPr>
                    </a:p>
                    <a:p>
                      <a:pPr marL="511175" marR="0" indent="-171450">
                        <a:lnSpc>
                          <a:spcPct val="107000"/>
                        </a:lnSpc>
                        <a:spcBef>
                          <a:spcPts val="0"/>
                        </a:spcBef>
                        <a:spcAft>
                          <a:spcPts val="0"/>
                        </a:spcAft>
                        <a:buFont typeface="Arial" panose="020B0604020202020204" pitchFamily="34" charset="0"/>
                        <a:buChar char="•"/>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සරල සහ සාමාන්‍ය </a:t>
                      </a:r>
                      <a:r>
                        <a:rPr lang="en-US" sz="1200" dirty="0" smtClean="0">
                          <a:effectLst/>
                          <a:latin typeface="Calibri" panose="020F0502020204030204" pitchFamily="34" charset="0"/>
                          <a:ea typeface="Calibri" panose="020F0502020204030204" pitchFamily="34" charset="0"/>
                          <a:cs typeface="Iskoola Pota" panose="02010503010101010104" pitchFamily="2" charset="0"/>
                        </a:rPr>
                        <a:t>Shoring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ආධාරකයක්</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හෝ මුක්කුවක් සාදා ගන්නේ කෙසේදැයි තේරුම් ගැනීම.</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මෙම සැසියේ ප්‍රතිඵලයක් වශයෙන්</a:t>
                      </a: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සහභාගිවන්නාට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පහත සදහන් දැනුම වර්ධනය කර ගැනිමට හ</a:t>
                      </a:r>
                      <a:r>
                        <a:rPr lang="si-LK" sz="1200" dirty="0">
                          <a:effectLst/>
                          <a:latin typeface="Calibri" panose="020F0502020204030204" pitchFamily="34" charset="0"/>
                          <a:ea typeface="Calibri" panose="020F0502020204030204" pitchFamily="34" charset="0"/>
                          <a:cs typeface="Iskoola Pota" panose="02010503010101010104" pitchFamily="2" charset="0"/>
                        </a:rPr>
                        <a:t>ැකි වනු ඇත: </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200" dirty="0">
                          <a:effectLst/>
                          <a:latin typeface="Calibri" panose="020F0502020204030204" pitchFamily="34" charset="0"/>
                          <a:ea typeface="Calibri" panose="020F0502020204030204" pitchFamily="34" charset="0"/>
                          <a:cs typeface="Iskoola Pota" panose="02010503010101010104" pitchFamily="2" charset="0"/>
                        </a:rPr>
                        <a:t>ආරක්ෂිතව සහ ඵලදායී ලෙස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හිසට ඉහළින් ඇති </a:t>
                      </a:r>
                      <a:r>
                        <a:rPr lang="si-LK" sz="1200" dirty="0">
                          <a:effectLst/>
                          <a:latin typeface="Calibri" panose="020F0502020204030204" pitchFamily="34" charset="0"/>
                          <a:ea typeface="Calibri" panose="020F0502020204030204" pitchFamily="34" charset="0"/>
                          <a:cs typeface="Iskoola Pota" panose="02010503010101010104" pitchFamily="2" charset="0"/>
                        </a:rPr>
                        <a:t>අනතුරු අවම කිරීමේ ක්‍රියාමාර්ග ගැනීමට.</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339725" marR="0" indent="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කණ</a:t>
                      </a:r>
                      <a:r>
                        <a:rPr lang="si-LK" sz="1200" dirty="0">
                          <a:effectLst/>
                          <a:latin typeface="Calibri" panose="020F0502020204030204" pitchFamily="34" charset="0"/>
                          <a:ea typeface="Calibri" panose="020F0502020204030204" pitchFamily="34" charset="0"/>
                          <a:cs typeface="Iskoola Pota" panose="02010503010101010104" pitchFamily="2" charset="0"/>
                        </a:rPr>
                        <a:t>්ඩා</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යමක්  </a:t>
                      </a:r>
                      <a:r>
                        <a:rPr lang="si-LK" sz="1200" dirty="0">
                          <a:effectLst/>
                          <a:latin typeface="Calibri" panose="020F0502020204030204" pitchFamily="34" charset="0"/>
                          <a:ea typeface="Calibri" panose="020F0502020204030204" pitchFamily="34" charset="0"/>
                          <a:cs typeface="Iskoola Pota" panose="02010503010101010104" pitchFamily="2" charset="0"/>
                        </a:rPr>
                        <a:t>ලෙස සරල </a:t>
                      </a:r>
                      <a:r>
                        <a:rPr lang="en-US" sz="1200" dirty="0" smtClean="0">
                          <a:effectLst/>
                          <a:latin typeface="Calibri" panose="020F0502020204030204" pitchFamily="34" charset="0"/>
                          <a:ea typeface="Calibri" panose="020F0502020204030204" pitchFamily="34" charset="0"/>
                          <a:cs typeface="Iskoola Pota" panose="02010503010101010104" pitchFamily="2" charset="0"/>
                        </a:rPr>
                        <a:t>Shoring </a:t>
                      </a:r>
                      <a:r>
                        <a:rPr lang="si-LK" sz="1200" dirty="0" smtClean="0">
                          <a:effectLst/>
                          <a:latin typeface="Calibri" panose="020F0502020204030204" pitchFamily="34" charset="0"/>
                          <a:ea typeface="Calibri" panose="020F0502020204030204" pitchFamily="34" charset="0"/>
                          <a:cs typeface="+mn-cs"/>
                        </a:rPr>
                        <a:t>ආධාරකයක</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ගොඩනඟන්න.</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267144402"/>
              </p:ext>
            </p:extLst>
          </p:nvPr>
        </p:nvGraphicFramePr>
        <p:xfrm>
          <a:off x="72286" y="1652952"/>
          <a:ext cx="11807009" cy="4730862"/>
        </p:xfrm>
        <a:graphic>
          <a:graphicData uri="http://schemas.openxmlformats.org/drawingml/2006/table">
            <a:tbl>
              <a:tblPr firstRow="1" firstCol="1" bandRow="1"/>
              <a:tblGrid>
                <a:gridCol w="1019265"/>
                <a:gridCol w="1883229"/>
                <a:gridCol w="5275368"/>
                <a:gridCol w="3629147"/>
              </a:tblGrid>
              <a:tr h="0">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කාලය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42654" marR="426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අන්තර්ගතය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42654" marR="426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ක්‍රියාකාරීත්වය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2654" marR="426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සම්පත්</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42654" marR="426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r>
              <a:tr h="1058593">
                <a:tc rowSpan="2">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විනාඩි </a:t>
                      </a:r>
                      <a:r>
                        <a:rPr lang="en-US" sz="1200" dirty="0">
                          <a:effectLst/>
                          <a:latin typeface="Calibri" panose="020F0502020204030204" pitchFamily="34" charset="0"/>
                          <a:ea typeface="Calibri" panose="020F0502020204030204" pitchFamily="34" charset="0"/>
                          <a:cs typeface="Iskoola Pota" panose="02010503010101010104" pitchFamily="2" charset="0"/>
                        </a:rPr>
                        <a:t>5</a:t>
                      </a:r>
                      <a:r>
                        <a:rPr lang="si-LK" sz="1200" dirty="0">
                          <a:effectLst/>
                          <a:latin typeface="Calibri" panose="020F0502020204030204" pitchFamily="34" charset="0"/>
                          <a:ea typeface="Calibri" panose="020F0502020204030204" pitchFamily="34" charset="0"/>
                          <a:cs typeface="Iskoola Pota" panose="02010503010101010104" pitchFamily="2" charset="0"/>
                        </a:rPr>
                        <a:t> යි</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හිසට ඉහළීන් ඇති</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අනත</a:t>
                      </a:r>
                      <a:r>
                        <a:rPr lang="si-LK" sz="1200" dirty="0">
                          <a:effectLst/>
                          <a:latin typeface="Calibri" panose="020F0502020204030204" pitchFamily="34" charset="0"/>
                          <a:ea typeface="Calibri" panose="020F0502020204030204" pitchFamily="34" charset="0"/>
                          <a:cs typeface="Iskoola Pota" panose="02010503010101010104" pitchFamily="2" charset="0"/>
                        </a:rPr>
                        <a:t>ුරු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ප</a:t>
                      </a:r>
                      <a:r>
                        <a:rPr lang="si-LK" sz="1200" dirty="0">
                          <a:effectLst/>
                          <a:latin typeface="Calibri" panose="020F0502020204030204" pitchFamily="34" charset="0"/>
                          <a:ea typeface="Calibri" panose="020F0502020204030204" pitchFamily="34" charset="0"/>
                          <a:cs typeface="Iskoola Pota" panose="02010503010101010104" pitchFamily="2" charset="0"/>
                        </a:rPr>
                        <a:t>්‍රායෝගික අවම කිරීමේ මෙහෙයුම්</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උපදේශක: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හිසට උඩින් අනතුරුදායක තත්වයන් දෙවන</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වරට ගොඩනැගිල්ලක්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කඩ</a:t>
                      </a:r>
                      <a:r>
                        <a:rPr lang="si-LK" sz="1200" dirty="0">
                          <a:effectLst/>
                          <a:latin typeface="Calibri" panose="020F0502020204030204" pitchFamily="34" charset="0"/>
                          <a:ea typeface="Calibri" panose="020F0502020204030204" pitchFamily="34" charset="0"/>
                          <a:cs typeface="Iskoola Pota" panose="02010503010101010104" pitchFamily="2" charset="0"/>
                        </a:rPr>
                        <a:t>ා වැටීමේ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හැකියාවන්</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ල</a:t>
                      </a:r>
                      <a:r>
                        <a:rPr lang="si-LK" sz="1200" dirty="0">
                          <a:effectLst/>
                          <a:latin typeface="Calibri" panose="020F0502020204030204" pitchFamily="34" charset="0"/>
                          <a:ea typeface="Calibri" panose="020F0502020204030204" pitchFamily="34" charset="0"/>
                          <a:cs typeface="Iskoola Pota" panose="02010503010101010104" pitchFamily="2" charset="0"/>
                        </a:rPr>
                        <a:t>ැයිස්තුගත කර පෙන්වයි.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වැළක්වීම </a:t>
                      </a:r>
                      <a:r>
                        <a:rPr lang="si-LK" sz="1200" dirty="0">
                          <a:effectLst/>
                          <a:latin typeface="Calibri" panose="020F0502020204030204" pitchFamily="34" charset="0"/>
                          <a:ea typeface="Calibri" panose="020F0502020204030204" pitchFamily="34" charset="0"/>
                          <a:cs typeface="Iskoola Pota" panose="02010503010101010104" pitchFamily="2" charset="0"/>
                        </a:rPr>
                        <a:t>ඉවත්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කිරිම</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a:t>
                      </a:r>
                      <a:r>
                        <a:rPr lang="si-LK" sz="1200" dirty="0">
                          <a:effectLst/>
                          <a:latin typeface="Calibri" panose="020F0502020204030204" pitchFamily="34" charset="0"/>
                          <a:ea typeface="Calibri" panose="020F0502020204030204" pitchFamily="34" charset="0"/>
                          <a:cs typeface="Iskoola Pota" panose="02010503010101010104" pitchFamily="2" charset="0"/>
                        </a:rPr>
                        <a:t>ුරක්ෂිත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කිරිම අවම </a:t>
                      </a:r>
                      <a:r>
                        <a:rPr lang="si-LK" sz="1200" dirty="0">
                          <a:effectLst/>
                          <a:latin typeface="Calibri" panose="020F0502020204030204" pitchFamily="34" charset="0"/>
                          <a:ea typeface="Calibri" panose="020F0502020204030204" pitchFamily="34" charset="0"/>
                          <a:cs typeface="Iskoola Pota" panose="02010503010101010104" pitchFamily="2" charset="0"/>
                        </a:rPr>
                        <a:t>කිරීමේ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පිළිවෙළ</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ල</a:t>
                      </a:r>
                      <a:r>
                        <a:rPr lang="si-LK" sz="1200" dirty="0">
                          <a:effectLst/>
                          <a:latin typeface="Calibri" panose="020F0502020204030204" pitchFamily="34" charset="0"/>
                          <a:ea typeface="Calibri" panose="020F0502020204030204" pitchFamily="34" charset="0"/>
                          <a:cs typeface="Iskoola Pota" panose="02010503010101010104" pitchFamily="2" charset="0"/>
                        </a:rPr>
                        <a:t>ැයිස්තුගත කරනු ඇත. ආරක්ෂිත දුර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තබා ගැනිමේ</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a:t>
                      </a:r>
                      <a:r>
                        <a:rPr lang="si-LK" sz="1200" dirty="0">
                          <a:effectLst/>
                          <a:latin typeface="Calibri" panose="020F0502020204030204" pitchFamily="34" charset="0"/>
                          <a:ea typeface="Calibri" panose="020F0502020204030204" pitchFamily="34" charset="0"/>
                          <a:cs typeface="Iskoola Pota" panose="02010503010101010104" pitchFamily="2" charset="0"/>
                        </a:rPr>
                        <a:t>ංකල්පය (</a:t>
                      </a:r>
                      <a:r>
                        <a:rPr lang="en-US" sz="1200" dirty="0">
                          <a:effectLst/>
                          <a:latin typeface="Calibri" panose="020F0502020204030204" pitchFamily="34" charset="0"/>
                          <a:ea typeface="Calibri" panose="020F0502020204030204" pitchFamily="34" charset="0"/>
                          <a:cs typeface="Iskoola Pota" panose="02010503010101010104" pitchFamily="2" charset="0"/>
                        </a:rPr>
                        <a:t>1:1.5), </a:t>
                      </a:r>
                      <a:r>
                        <a:rPr lang="si-LK" sz="1200" dirty="0">
                          <a:effectLst/>
                          <a:latin typeface="Calibri" panose="020F0502020204030204" pitchFamily="34" charset="0"/>
                          <a:ea typeface="Calibri" panose="020F0502020204030204" pitchFamily="34" charset="0"/>
                          <a:cs typeface="Iskoola Pota" panose="02010503010101010104" pitchFamily="2" charset="0"/>
                        </a:rPr>
                        <a:t>බාධක සහ දේශීය කඩා දැමීමේ භාවිතය පැහැදිලි කරමින් උදාහරණ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මගින් න</a:t>
                      </a:r>
                      <a:r>
                        <a:rPr lang="si-LK" sz="1200" dirty="0">
                          <a:effectLst/>
                          <a:latin typeface="Calibri" panose="020F0502020204030204" pitchFamily="34" charset="0"/>
                          <a:ea typeface="Calibri" panose="020F0502020204030204" pitchFamily="34" charset="0"/>
                          <a:cs typeface="Iskoola Pota" panose="02010503010101010104" pitchFamily="2" charset="0"/>
                        </a:rPr>
                        <a:t>ිරූපණය කරනු ඇත.</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r>
                        <a:rPr lang="en-US" sz="1200" kern="1200" dirty="0" smtClean="0">
                          <a:solidFill>
                            <a:schemeClr val="tx1"/>
                          </a:solidFill>
                          <a:effectLst/>
                          <a:latin typeface="+mn-lt"/>
                          <a:ea typeface="+mn-ea"/>
                          <a:cs typeface="+mn-cs"/>
                        </a:rPr>
                        <a:t>FR </a:t>
                      </a:r>
                      <a:r>
                        <a:rPr lang="si-LK" sz="1200" kern="1200" dirty="0" smtClean="0">
                          <a:solidFill>
                            <a:schemeClr val="tx1"/>
                          </a:solidFill>
                          <a:effectLst/>
                          <a:latin typeface="+mn-lt"/>
                          <a:ea typeface="+mn-ea"/>
                          <a:cs typeface="+mn-cs"/>
                        </a:rPr>
                        <a:t>ඉදිරිපත් කිරීම </a:t>
                      </a:r>
                      <a:r>
                        <a:rPr lang="en-US" sz="1200" kern="1200" dirty="0" smtClean="0">
                          <a:solidFill>
                            <a:schemeClr val="tx1"/>
                          </a:solidFill>
                          <a:effectLst/>
                          <a:latin typeface="+mn-lt"/>
                          <a:ea typeface="+mn-ea"/>
                          <a:cs typeface="+mn-cs"/>
                        </a:rPr>
                        <a:t>5.2</a:t>
                      </a:r>
                    </a:p>
                    <a:p>
                      <a:r>
                        <a:rPr lang="si-LK" sz="1200" kern="1200" dirty="0" smtClean="0">
                          <a:solidFill>
                            <a:schemeClr val="tx1"/>
                          </a:solidFill>
                          <a:effectLst/>
                          <a:latin typeface="+mn-lt"/>
                          <a:ea typeface="+mn-ea"/>
                          <a:cs typeface="+mn-cs"/>
                        </a:rPr>
                        <a:t>සීමාව ලකුණු කිරිම් පටිය මීටර් </a:t>
                      </a:r>
                      <a:r>
                        <a:rPr lang="en-US" sz="1200" kern="1200" dirty="0" smtClean="0">
                          <a:solidFill>
                            <a:schemeClr val="tx1"/>
                          </a:solidFill>
                          <a:effectLst/>
                          <a:latin typeface="+mn-lt"/>
                          <a:ea typeface="+mn-ea"/>
                          <a:cs typeface="+mn-cs"/>
                        </a:rPr>
                        <a:t>30 </a:t>
                      </a:r>
                      <a:r>
                        <a:rPr lang="si-LK" sz="1200" kern="1200" dirty="0" smtClean="0">
                          <a:solidFill>
                            <a:schemeClr val="tx1"/>
                          </a:solidFill>
                          <a:effectLst/>
                          <a:latin typeface="+mn-lt"/>
                          <a:ea typeface="+mn-ea"/>
                          <a:cs typeface="+mn-cs"/>
                        </a:rPr>
                        <a:t>කඹයක්</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42654" marR="426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2191">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සහභාගිවන්නා: සවන්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දීම සහ </a:t>
                      </a:r>
                      <a:r>
                        <a:rPr lang="si-LK" sz="1200" dirty="0">
                          <a:effectLst/>
                          <a:latin typeface="Calibri" panose="020F0502020204030204" pitchFamily="34" charset="0"/>
                          <a:ea typeface="Calibri" panose="020F0502020204030204" pitchFamily="34" charset="0"/>
                          <a:cs typeface="Iskoola Pota" panose="02010503010101010104" pitchFamily="2" charset="0"/>
                        </a:rPr>
                        <a:t>නිරීක්ෂණය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කිරිම, ප</a:t>
                      </a:r>
                      <a:r>
                        <a:rPr lang="si-LK" sz="1200" dirty="0">
                          <a:effectLst/>
                          <a:latin typeface="Calibri" panose="020F0502020204030204" pitchFamily="34" charset="0"/>
                          <a:ea typeface="Calibri" panose="020F0502020204030204" pitchFamily="34" charset="0"/>
                          <a:cs typeface="Iskoola Pota" panose="02010503010101010104" pitchFamily="2" charset="0"/>
                        </a:rPr>
                        <a:t>ැහැදිලි කිරීම සඳහා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ප්‍රශ්න අසන</a:t>
                      </a:r>
                      <a:r>
                        <a:rPr lang="si-LK" sz="1200" dirty="0">
                          <a:effectLst/>
                          <a:latin typeface="Calibri" panose="020F0502020204030204" pitchFamily="34" charset="0"/>
                          <a:ea typeface="Calibri" panose="020F0502020204030204" pitchFamily="34" charset="0"/>
                          <a:cs typeface="Iskoola Pota" panose="02010503010101010104" pitchFamily="2" charset="0"/>
                        </a:rPr>
                        <a:t>්න.</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r>
              <a:tr h="595901">
                <a:tc rowSpan="2">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විනාඩි </a:t>
                      </a:r>
                      <a:r>
                        <a:rPr lang="en-US" sz="1200" dirty="0">
                          <a:effectLst/>
                          <a:latin typeface="Calibri" panose="020F0502020204030204" pitchFamily="34" charset="0"/>
                          <a:ea typeface="Calibri" panose="020F0502020204030204" pitchFamily="34" charset="0"/>
                          <a:cs typeface="Iskoola Pota" panose="02010503010101010104" pitchFamily="2" charset="0"/>
                        </a:rPr>
                        <a:t>10</a:t>
                      </a:r>
                      <a:r>
                        <a:rPr lang="si-LK" sz="1200" dirty="0">
                          <a:effectLst/>
                          <a:latin typeface="Calibri" panose="020F0502020204030204" pitchFamily="34" charset="0"/>
                          <a:ea typeface="Calibri" panose="020F0502020204030204" pitchFamily="34" charset="0"/>
                          <a:cs typeface="Iskoola Pota" panose="02010503010101010104" pitchFamily="2" charset="0"/>
                        </a:rPr>
                        <a:t> යි</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සරල </a:t>
                      </a:r>
                      <a:r>
                        <a:rPr lang="en-US" sz="1200" dirty="0" smtClean="0">
                          <a:effectLst/>
                          <a:latin typeface="Calibri" panose="020F0502020204030204" pitchFamily="34" charset="0"/>
                          <a:ea typeface="Calibri" panose="020F0502020204030204" pitchFamily="34" charset="0"/>
                          <a:cs typeface="Iskoola Pota" panose="02010503010101010104" pitchFamily="2" charset="0"/>
                        </a:rPr>
                        <a:t>Shoring</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 කොටස්</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mn-cs"/>
                        </a:rPr>
                        <a:t>සකස් කිරීම</a:t>
                      </a:r>
                      <a:endParaRPr lang="en-US" sz="1200" dirty="0" smtClean="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උපදේශක: සහභාගිවන්නන්ට </a:t>
                      </a:r>
                      <a:r>
                        <a:rPr lang="en-US" sz="1200" dirty="0" smtClean="0">
                          <a:effectLst/>
                          <a:latin typeface="Calibri" panose="020F0502020204030204" pitchFamily="34" charset="0"/>
                          <a:ea typeface="Calibri" panose="020F0502020204030204" pitchFamily="34" charset="0"/>
                          <a:cs typeface="Iskoola Pota" panose="02010503010101010104" pitchFamily="2" charset="0"/>
                        </a:rPr>
                        <a:t>Shoring</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 ආධාරකයක්</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භාවිතා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කරන </a:t>
                      </a:r>
                      <a:r>
                        <a:rPr lang="si-LK" sz="1200" dirty="0">
                          <a:effectLst/>
                          <a:latin typeface="Calibri" panose="020F0502020204030204" pitchFamily="34" charset="0"/>
                          <a:ea typeface="Calibri" panose="020F0502020204030204" pitchFamily="34" charset="0"/>
                          <a:cs typeface="Iskoola Pota" panose="02010503010101010104" pitchFamily="2" charset="0"/>
                        </a:rPr>
                        <a:t>ආකාරය</a:t>
                      </a: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en-US" sz="1200" dirty="0" smtClean="0">
                          <a:effectLst/>
                          <a:latin typeface="Calibri" panose="020F0502020204030204" pitchFamily="34" charset="0"/>
                          <a:ea typeface="Calibri" panose="020F0502020204030204" pitchFamily="34" charset="0"/>
                          <a:cs typeface="Iskoola Pota" panose="02010503010101010104" pitchFamily="2" charset="0"/>
                        </a:rPr>
                        <a:t>Shoring</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 ආධාරකයක්</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සකස් කර ගැනිම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සඳහ</a:t>
                      </a:r>
                      <a:r>
                        <a:rPr lang="si-LK" sz="1200" dirty="0">
                          <a:effectLst/>
                          <a:latin typeface="Calibri" panose="020F0502020204030204" pitchFamily="34" charset="0"/>
                          <a:ea typeface="Calibri" panose="020F0502020204030204" pitchFamily="34" charset="0"/>
                          <a:cs typeface="Iskoola Pota" panose="02010503010101010104" pitchFamily="2" charset="0"/>
                        </a:rPr>
                        <a:t>ා දැව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කොටසක්</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ම</a:t>
                      </a:r>
                      <a:r>
                        <a:rPr lang="si-LK" sz="1200" dirty="0">
                          <a:effectLst/>
                          <a:latin typeface="Calibri" panose="020F0502020204030204" pitchFamily="34" charset="0"/>
                          <a:ea typeface="Calibri" panose="020F0502020204030204" pitchFamily="34" charset="0"/>
                          <a:cs typeface="Iskoola Pota" panose="02010503010101010104" pitchFamily="2" charset="0"/>
                        </a:rPr>
                        <a:t>ැනීම සහ කපන ආකාරය පෙන්වනු ඇත -පසු - ශීර්ෂකය - පාදය (කුඤ්ඤ විකල්පයක</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 ලෙස</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r>
                        <a:rPr lang="si-LK" sz="1200" kern="1200" dirty="0" smtClean="0">
                          <a:solidFill>
                            <a:schemeClr val="tx1"/>
                          </a:solidFill>
                          <a:effectLst/>
                          <a:latin typeface="+mn-lt"/>
                          <a:ea typeface="+mn-ea"/>
                          <a:cs typeface="+mn-cs"/>
                        </a:rPr>
                        <a:t>මිනුම් පටිය</a:t>
                      </a:r>
                      <a:endParaRPr lang="en-US" sz="1200" kern="1200" dirty="0" smtClean="0">
                        <a:solidFill>
                          <a:schemeClr val="tx1"/>
                        </a:solidFill>
                        <a:effectLst/>
                        <a:latin typeface="+mn-lt"/>
                        <a:ea typeface="+mn-ea"/>
                        <a:cs typeface="+mn-cs"/>
                      </a:endParaRPr>
                    </a:p>
                    <a:p>
                      <a:r>
                        <a:rPr lang="si-LK" sz="1200" kern="1200" dirty="0" smtClean="0">
                          <a:solidFill>
                            <a:schemeClr val="tx1"/>
                          </a:solidFill>
                          <a:effectLst/>
                          <a:latin typeface="+mn-lt"/>
                          <a:ea typeface="+mn-ea"/>
                          <a:cs typeface="+mn-cs"/>
                        </a:rPr>
                        <a:t>පැන්සල</a:t>
                      </a:r>
                      <a:endParaRPr lang="en-US" sz="1200" kern="1200" dirty="0" smtClean="0">
                        <a:solidFill>
                          <a:schemeClr val="tx1"/>
                        </a:solidFill>
                        <a:effectLst/>
                        <a:latin typeface="+mn-lt"/>
                        <a:ea typeface="+mn-ea"/>
                        <a:cs typeface="+mn-cs"/>
                      </a:endParaRPr>
                    </a:p>
                    <a:p>
                      <a:r>
                        <a:rPr lang="si-LK" sz="1200" kern="1200" dirty="0" smtClean="0">
                          <a:solidFill>
                            <a:schemeClr val="tx1"/>
                          </a:solidFill>
                          <a:effectLst/>
                          <a:latin typeface="+mn-lt"/>
                          <a:ea typeface="+mn-ea"/>
                          <a:cs typeface="+mn-cs"/>
                        </a:rPr>
                        <a:t>දැව කියත්</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100mm </a:t>
                      </a:r>
                      <a:r>
                        <a:rPr lang="si-LK" sz="1200" kern="1200" dirty="0" smtClean="0">
                          <a:solidFill>
                            <a:schemeClr val="tx1"/>
                          </a:solidFill>
                          <a:effectLst/>
                          <a:latin typeface="+mn-lt"/>
                          <a:ea typeface="+mn-ea"/>
                          <a:cs typeface="+mn-cs"/>
                        </a:rPr>
                        <a:t>වර්ග ලී දිග</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42654" marR="426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2864">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සහභාගිවන්නා: සවන් දෙන්න සහ නිරීක්ෂණය කරන්න</a:t>
                      </a: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පැහැදිලි කිරීම සඳහා ප්රශ්න අසන්න.</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r>
              <a:tr h="520653">
                <a:tc rowSpan="2">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විනාඩි </a:t>
                      </a:r>
                      <a:r>
                        <a:rPr lang="en-US" sz="1200" dirty="0">
                          <a:effectLst/>
                          <a:latin typeface="Calibri" panose="020F0502020204030204" pitchFamily="34" charset="0"/>
                          <a:ea typeface="Calibri" panose="020F0502020204030204" pitchFamily="34" charset="0"/>
                          <a:cs typeface="Iskoola Pota" panose="02010503010101010104" pitchFamily="2" charset="0"/>
                        </a:rPr>
                        <a:t>15</a:t>
                      </a:r>
                      <a:r>
                        <a:rPr lang="si-LK" sz="1200" dirty="0">
                          <a:effectLst/>
                          <a:latin typeface="Calibri" panose="020F0502020204030204" pitchFamily="34" charset="0"/>
                          <a:ea typeface="Calibri" panose="020F0502020204030204" pitchFamily="34" charset="0"/>
                          <a:cs typeface="Iskoola Pota" panose="02010503010101010104" pitchFamily="2" charset="0"/>
                        </a:rPr>
                        <a:t> යි</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සරල </a:t>
                      </a:r>
                      <a:r>
                        <a:rPr lang="en-US" sz="1200" dirty="0" smtClean="0">
                          <a:effectLst/>
                          <a:latin typeface="Calibri" panose="020F0502020204030204" pitchFamily="34" charset="0"/>
                          <a:ea typeface="Calibri" panose="020F0502020204030204" pitchFamily="34" charset="0"/>
                          <a:cs typeface="Iskoola Pota" panose="02010503010101010104" pitchFamily="2" charset="0"/>
                        </a:rPr>
                        <a:t>Shoring</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 උපකරණයක්</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සකස් කිරිම ප්‍රායෝගිකව නිරූපනය කිරිම.</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 </a:t>
                      </a:r>
                      <a:r>
                        <a:rPr lang="en-US" sz="1200" dirty="0">
                          <a:effectLst/>
                          <a:latin typeface="Calibri" panose="020F0502020204030204" pitchFamily="34" charset="0"/>
                          <a:ea typeface="Calibri" panose="020F0502020204030204" pitchFamily="34" charset="0"/>
                          <a:cs typeface="Iskoola Pota" panose="02010503010101010104" pitchFamily="2"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උපදේශක: සහභාගිවන්නන්ට </a:t>
                      </a:r>
                      <a:r>
                        <a:rPr lang="en-US" sz="1200" dirty="0" smtClean="0">
                          <a:effectLst/>
                          <a:latin typeface="Calibri" panose="020F0502020204030204" pitchFamily="34" charset="0"/>
                          <a:ea typeface="Calibri" panose="020F0502020204030204" pitchFamily="34" charset="0"/>
                          <a:cs typeface="Iskoola Pota" panose="02010503010101010104" pitchFamily="2" charset="0"/>
                        </a:rPr>
                        <a:t>Shoring</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 කොටසක්</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එකලස</a:t>
                      </a:r>
                      <a:r>
                        <a:rPr lang="si-LK" sz="1200" dirty="0">
                          <a:effectLst/>
                          <a:latin typeface="Calibri" panose="020F0502020204030204" pitchFamily="34" charset="0"/>
                          <a:ea typeface="Calibri" panose="020F0502020204030204" pitchFamily="34" charset="0"/>
                          <a:cs typeface="Iskoola Pota" panose="02010503010101010104" pitchFamily="2" charset="0"/>
                        </a:rPr>
                        <a:t>් කරන ආකාරය සහ හානියට පත් ව්‍යුහයට ආධාරක වන ස්ථානයට </a:t>
                      </a:r>
                      <a:r>
                        <a:rPr lang="en-US" sz="1200" dirty="0" smtClean="0">
                          <a:effectLst/>
                          <a:latin typeface="Calibri" panose="020F0502020204030204" pitchFamily="34" charset="0"/>
                          <a:ea typeface="Calibri" panose="020F0502020204030204" pitchFamily="34" charset="0"/>
                          <a:cs typeface="Iskoola Pota" panose="02010503010101010104" pitchFamily="2" charset="0"/>
                        </a:rPr>
                        <a:t>Shoring</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 කොටසක්</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සව</a:t>
                      </a:r>
                      <a:r>
                        <a:rPr lang="si-LK" sz="1200" dirty="0">
                          <a:effectLst/>
                          <a:latin typeface="Calibri" panose="020F0502020204030204" pitchFamily="34" charset="0"/>
                          <a:ea typeface="Calibri" panose="020F0502020204030204" pitchFamily="34" charset="0"/>
                          <a:cs typeface="Iskoola Pota" panose="02010503010101010104" pitchFamily="2" charset="0"/>
                        </a:rPr>
                        <a:t>ි කරන ආකාරය පෙන්වනු ඇත.</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r>
                        <a:rPr lang="si-LK" sz="1200" kern="1200" dirty="0" smtClean="0">
                          <a:solidFill>
                            <a:schemeClr val="tx1"/>
                          </a:solidFill>
                          <a:effectLst/>
                          <a:latin typeface="+mn-lt"/>
                          <a:ea typeface="+mn-ea"/>
                          <a:cs typeface="+mn-cs"/>
                        </a:rPr>
                        <a:t>මිටිය</a:t>
                      </a:r>
                      <a:endParaRPr lang="en-US" sz="1200" kern="1200" dirty="0" smtClean="0">
                        <a:solidFill>
                          <a:schemeClr val="tx1"/>
                        </a:solidFill>
                        <a:effectLst/>
                        <a:latin typeface="+mn-lt"/>
                        <a:ea typeface="+mn-ea"/>
                        <a:cs typeface="+mn-cs"/>
                      </a:endParaRPr>
                    </a:p>
                    <a:p>
                      <a:r>
                        <a:rPr lang="si-LK" sz="1200" kern="1200" dirty="0" smtClean="0">
                          <a:solidFill>
                            <a:schemeClr val="tx1"/>
                          </a:solidFill>
                          <a:effectLst/>
                          <a:latin typeface="+mn-lt"/>
                          <a:ea typeface="+mn-ea"/>
                          <a:cs typeface="+mn-cs"/>
                        </a:rPr>
                        <a:t>කුඤ්ඤ</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42654" marR="426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4221">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සහභාගිවන්නා: සවන්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දීම සහ </a:t>
                      </a:r>
                      <a:r>
                        <a:rPr lang="si-LK" sz="1200" dirty="0">
                          <a:effectLst/>
                          <a:latin typeface="Calibri" panose="020F0502020204030204" pitchFamily="34" charset="0"/>
                          <a:ea typeface="Calibri" panose="020F0502020204030204" pitchFamily="34" charset="0"/>
                          <a:cs typeface="Iskoola Pota" panose="02010503010101010104" pitchFamily="2" charset="0"/>
                        </a:rPr>
                        <a:t>නිරීක්ෂණය කරන්න</a:t>
                      </a: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පැහැදිලි කිරීම සඳහා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ප්‍රශ්න අසන</a:t>
                      </a:r>
                      <a:r>
                        <a:rPr lang="si-LK" sz="1200" dirty="0">
                          <a:effectLst/>
                          <a:latin typeface="Calibri" panose="020F0502020204030204" pitchFamily="34" charset="0"/>
                          <a:ea typeface="Calibri" panose="020F0502020204030204" pitchFamily="34" charset="0"/>
                          <a:cs typeface="Iskoola Pota" panose="02010503010101010104" pitchFamily="2" charset="0"/>
                        </a:rPr>
                        <a:t>්න.</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dirty="0"/>
                    </a:p>
                  </a:txBody>
                  <a:tcPr/>
                </a:tc>
              </a:tr>
              <a:tr h="487735">
                <a:tc rowSpan="2">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විනාඩි </a:t>
                      </a:r>
                      <a:r>
                        <a:rPr lang="en-US" sz="1200" dirty="0">
                          <a:effectLst/>
                          <a:latin typeface="Calibri" panose="020F0502020204030204" pitchFamily="34" charset="0"/>
                          <a:ea typeface="Calibri" panose="020F0502020204030204" pitchFamily="34" charset="0"/>
                          <a:cs typeface="Iskoola Pota" panose="02010503010101010104" pitchFamily="2" charset="0"/>
                        </a:rPr>
                        <a:t>30</a:t>
                      </a:r>
                      <a:r>
                        <a:rPr lang="si-LK" sz="1200" dirty="0">
                          <a:effectLst/>
                          <a:latin typeface="Calibri" panose="020F0502020204030204" pitchFamily="34" charset="0"/>
                          <a:ea typeface="Calibri" panose="020F0502020204030204" pitchFamily="34" charset="0"/>
                          <a:cs typeface="Iskoola Pota" panose="02010503010101010104" pitchFamily="2" charset="0"/>
                        </a:rPr>
                        <a:t> යි</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විනාඩි </a:t>
                      </a:r>
                      <a:r>
                        <a:rPr lang="en-US" sz="1200" dirty="0">
                          <a:effectLst/>
                          <a:latin typeface="Calibri" panose="020F0502020204030204" pitchFamily="34" charset="0"/>
                          <a:ea typeface="Calibri" panose="020F0502020204030204" pitchFamily="34" charset="0"/>
                          <a:cs typeface="Iskoola Pota" panose="02010503010101010104" pitchFamily="2" charset="0"/>
                        </a:rPr>
                        <a:t>30</a:t>
                      </a:r>
                      <a:r>
                        <a:rPr lang="si-LK" sz="1200" dirty="0">
                          <a:effectLst/>
                          <a:latin typeface="Calibri" panose="020F0502020204030204" pitchFamily="34" charset="0"/>
                          <a:ea typeface="Calibri" panose="020F0502020204030204" pitchFamily="34" charset="0"/>
                          <a:cs typeface="Iskoola Pota" panose="02010503010101010104" pitchFamily="2" charset="0"/>
                        </a:rPr>
                        <a:t> ක්</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වෙරළ ඉදිකිරීම්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අභ්‍යාස</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උපදේශක: සහභාගිවන්නන් කණ්ඩායම් වලට බෙදන්න. සිසුන් ශිල්පීය ක්‍රම ප්‍රගුණ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කරවන්න. සරල </a:t>
                      </a:r>
                      <a:r>
                        <a:rPr lang="en-US" sz="1200" dirty="0" smtClean="0">
                          <a:effectLst/>
                          <a:latin typeface="Calibri" panose="020F0502020204030204" pitchFamily="34" charset="0"/>
                          <a:ea typeface="Calibri" panose="020F0502020204030204" pitchFamily="34" charset="0"/>
                          <a:cs typeface="Iskoola Pota" panose="02010503010101010104" pitchFamily="2" charset="0"/>
                        </a:rPr>
                        <a:t>Shoring</a:t>
                      </a:r>
                      <a:r>
                        <a:rPr lang="si-LK" sz="1200" dirty="0" smtClean="0">
                          <a:effectLst/>
                          <a:latin typeface="Calibri" panose="020F0502020204030204" pitchFamily="34" charset="0"/>
                          <a:ea typeface="Calibri" panose="020F0502020204030204" pitchFamily="34" charset="0"/>
                          <a:cs typeface="+mn-cs"/>
                        </a:rPr>
                        <a:t> කොටසක්</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 ග</a:t>
                      </a:r>
                      <a:r>
                        <a:rPr lang="si-LK" sz="1200" dirty="0">
                          <a:effectLst/>
                          <a:latin typeface="Calibri" panose="020F0502020204030204" pitchFamily="34" charset="0"/>
                          <a:ea typeface="Calibri" panose="020F0502020204030204" pitchFamily="34" charset="0"/>
                          <a:cs typeface="Iskoola Pota" panose="02010503010101010104" pitchFamily="2" charset="0"/>
                        </a:rPr>
                        <a:t>ොඩනඟන විට ඔවුන් අධීක්ෂණය කරන්න.</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r>
                        <a:rPr lang="si-LK" sz="1200" kern="1200" dirty="0" smtClean="0">
                          <a:solidFill>
                            <a:schemeClr val="tx1"/>
                          </a:solidFill>
                          <a:effectLst/>
                          <a:latin typeface="+mn-lt"/>
                          <a:ea typeface="+mn-ea"/>
                          <a:cs typeface="+mn-cs"/>
                        </a:rPr>
                        <a:t>ඉහත උපකරණ</a:t>
                      </a:r>
                      <a:endParaRPr lang="en-US" sz="1200" kern="1200" dirty="0" smtClean="0">
                        <a:solidFill>
                          <a:schemeClr val="tx1"/>
                        </a:solidFill>
                        <a:effectLst/>
                        <a:latin typeface="+mn-lt"/>
                        <a:ea typeface="+mn-ea"/>
                        <a:cs typeface="+mn-cs"/>
                      </a:endParaRPr>
                    </a:p>
                    <a:p>
                      <a:r>
                        <a:rPr lang="si-LK" sz="1200" kern="1200" dirty="0" smtClean="0">
                          <a:solidFill>
                            <a:schemeClr val="tx1"/>
                          </a:solidFill>
                          <a:effectLst/>
                          <a:latin typeface="+mn-lt"/>
                          <a:ea typeface="+mn-ea"/>
                          <a:cs typeface="+mn-cs"/>
                        </a:rPr>
                        <a:t>සියලුම කණ්ඩායම් සඳහා ප්‍රමාණවත්ය</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42654" marR="426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7735">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සහභාගිවන්නා: කලින් පෙන්වා දුන් ශිල්පීය ක්‍රම භාවිතා කිරීම සහ වෙන් කරන ලද කණ්ඩායම්වල වැඩ කිරීම සරල සිරස් </a:t>
                      </a:r>
                      <a:r>
                        <a:rPr lang="en-US" sz="1200" dirty="0" smtClean="0">
                          <a:effectLst/>
                          <a:latin typeface="Calibri" panose="020F0502020204030204" pitchFamily="34" charset="0"/>
                          <a:ea typeface="Calibri" panose="020F0502020204030204" pitchFamily="34" charset="0"/>
                          <a:cs typeface="Iskoola Pota" panose="02010503010101010104" pitchFamily="2" charset="0"/>
                        </a:rPr>
                        <a:t>Shoring</a:t>
                      </a:r>
                      <a:r>
                        <a:rPr lang="si-LK" sz="1200" dirty="0" smtClean="0">
                          <a:effectLst/>
                          <a:latin typeface="Calibri" panose="020F0502020204030204" pitchFamily="34" charset="0"/>
                          <a:ea typeface="Calibri" panose="020F0502020204030204" pitchFamily="34" charset="0"/>
                          <a:cs typeface="+mn-cs"/>
                        </a:rPr>
                        <a:t> කොටසක</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මැනීම</a:t>
                      </a: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සකස් කිරීම සහ එකලස් කිරීම සිදු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කිරීම.</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r>
            </a:tbl>
          </a:graphicData>
        </a:graphic>
      </p:graphicFrame>
    </p:spTree>
    <p:extLst>
      <p:ext uri="{BB962C8B-B14F-4D97-AF65-F5344CB8AC3E}">
        <p14:creationId xmlns:p14="http://schemas.microsoft.com/office/powerpoint/2010/main" val="3652209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10252857"/>
              </p:ext>
            </p:extLst>
          </p:nvPr>
        </p:nvGraphicFramePr>
        <p:xfrm>
          <a:off x="427718" y="367279"/>
          <a:ext cx="11394168" cy="3791064"/>
        </p:xfrm>
        <a:graphic>
          <a:graphicData uri="http://schemas.openxmlformats.org/drawingml/2006/table">
            <a:tbl>
              <a:tblPr firstRow="1" firstCol="1" bandRow="1"/>
              <a:tblGrid>
                <a:gridCol w="3722907"/>
                <a:gridCol w="7671261"/>
              </a:tblGrid>
              <a:tr h="236942">
                <a:tc gridSpan="2">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උපදේශක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සටහන (</a:t>
                      </a:r>
                      <a:r>
                        <a:rPr lang="en-US" sz="1400" dirty="0" smtClean="0">
                          <a:effectLst/>
                          <a:latin typeface="Calibri" panose="020F0502020204030204" pitchFamily="34" charset="0"/>
                          <a:ea typeface="Calibri" panose="020F0502020204030204" pitchFamily="34" charset="0"/>
                          <a:cs typeface="Iskoola Pota" panose="02010503010101010104" pitchFamily="2" charset="0"/>
                        </a:rPr>
                        <a:t>Instructor</a:t>
                      </a:r>
                      <a:r>
                        <a:rPr lang="en-US" sz="1400" baseline="0" dirty="0" smtClean="0">
                          <a:effectLst/>
                          <a:latin typeface="Calibri" panose="020F0502020204030204" pitchFamily="34" charset="0"/>
                          <a:ea typeface="Calibri" panose="020F0502020204030204" pitchFamily="34" charset="0"/>
                          <a:cs typeface="Iskoola Pota" panose="02010503010101010104" pitchFamily="2" charset="0"/>
                        </a:rPr>
                        <a:t> Note)</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r>
              <a:tr h="3554122">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පොදු කාර්ය සඳහා ප්‍රායෝගික අවම කිරීමේ මෙහෙයුම්</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උපද්‍රව:</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endParaRPr lang="si-LK" sz="1200" dirty="0" smtClean="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endParaRPr lang="si-LK" sz="1200" dirty="0" smtClean="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සරල </a:t>
                      </a:r>
                      <a:r>
                        <a:rPr lang="en-US" sz="1200" dirty="0" smtClean="0">
                          <a:effectLst/>
                          <a:latin typeface="Calibri" panose="020F0502020204030204" pitchFamily="34" charset="0"/>
                          <a:ea typeface="Calibri" panose="020F0502020204030204" pitchFamily="34" charset="0"/>
                          <a:cs typeface="Iskoola Pota" panose="02010503010101010104" pitchFamily="2" charset="0"/>
                        </a:rPr>
                        <a:t>Shoring</a:t>
                      </a:r>
                      <a:r>
                        <a:rPr lang="si-LK" sz="1200" dirty="0" smtClean="0">
                          <a:effectLst/>
                          <a:latin typeface="Calibri" panose="020F0502020204030204" pitchFamily="34" charset="0"/>
                          <a:ea typeface="Calibri" panose="020F0502020204030204" pitchFamily="34" charset="0"/>
                          <a:cs typeface="+mn-cs"/>
                        </a:rPr>
                        <a:t> කොටසක්</a:t>
                      </a:r>
                      <a:r>
                        <a:rPr lang="si-LK" sz="1200" baseline="0" dirty="0" smtClean="0">
                          <a:effectLst/>
                          <a:latin typeface="Calibri" panose="020F0502020204030204" pitchFamily="34" charset="0"/>
                          <a:ea typeface="Calibri" panose="020F0502020204030204" pitchFamily="34" charset="0"/>
                          <a:cs typeface="+mn-cs"/>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සකස</a:t>
                      </a:r>
                      <a:r>
                        <a:rPr lang="si-LK" sz="1200" dirty="0">
                          <a:effectLst/>
                          <a:latin typeface="Calibri" panose="020F0502020204030204" pitchFamily="34" charset="0"/>
                          <a:ea typeface="Calibri" panose="020F0502020204030204" pitchFamily="34" charset="0"/>
                          <a:cs typeface="Iskoola Pota" panose="02010503010101010104" pitchFamily="2" charset="0"/>
                        </a:rPr>
                        <a:t>් කිරීම:</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සරල </a:t>
                      </a:r>
                      <a:r>
                        <a:rPr lang="en-US" sz="1200" dirty="0" smtClean="0">
                          <a:effectLst/>
                          <a:latin typeface="Calibri" panose="020F0502020204030204" pitchFamily="34" charset="0"/>
                          <a:ea typeface="Calibri" panose="020F0502020204030204" pitchFamily="34" charset="0"/>
                          <a:cs typeface="Iskoola Pota" panose="02010503010101010104" pitchFamily="2" charset="0"/>
                        </a:rPr>
                        <a:t>Shoring</a:t>
                      </a:r>
                      <a:r>
                        <a:rPr lang="si-LK" sz="1200" dirty="0" smtClean="0">
                          <a:effectLst/>
                          <a:latin typeface="Calibri" panose="020F0502020204030204" pitchFamily="34" charset="0"/>
                          <a:ea typeface="Calibri" panose="020F0502020204030204" pitchFamily="34" charset="0"/>
                          <a:cs typeface="+mn-cs"/>
                        </a:rPr>
                        <a:t> කොටසක්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ඉද</a:t>
                      </a:r>
                      <a:r>
                        <a:rPr lang="si-LK" sz="1200" dirty="0">
                          <a:effectLst/>
                          <a:latin typeface="Calibri" panose="020F0502020204030204" pitchFamily="34" charset="0"/>
                          <a:ea typeface="Calibri" panose="020F0502020204030204" pitchFamily="34" charset="0"/>
                          <a:cs typeface="Iskoola Pota" panose="02010503010101010104" pitchFamily="2" charset="0"/>
                        </a:rPr>
                        <a:t>ිකිරීමේ ප්‍රායෝගික නිරූපණය:</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endParaRPr lang="si-LK" sz="1200" dirty="0" smtClean="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en-US" sz="1200" dirty="0" smtClean="0">
                          <a:effectLst/>
                          <a:latin typeface="Calibri" panose="020F0502020204030204" pitchFamily="34" charset="0"/>
                          <a:ea typeface="Calibri" panose="020F0502020204030204" pitchFamily="34" charset="0"/>
                          <a:cs typeface="Iskoola Pota" panose="02010503010101010104" pitchFamily="2" charset="0"/>
                        </a:rPr>
                        <a:t>Shoring</a:t>
                      </a:r>
                      <a:r>
                        <a:rPr lang="si-LK" sz="1200" dirty="0" smtClean="0">
                          <a:effectLst/>
                          <a:latin typeface="Calibri" panose="020F0502020204030204" pitchFamily="34" charset="0"/>
                          <a:ea typeface="Calibri" panose="020F0502020204030204" pitchFamily="34" charset="0"/>
                          <a:cs typeface="+mn-cs"/>
                        </a:rPr>
                        <a:t> කොටස්</a:t>
                      </a:r>
                      <a:r>
                        <a:rPr lang="si-LK" sz="1200" baseline="0" dirty="0" smtClean="0">
                          <a:effectLst/>
                          <a:latin typeface="Calibri" panose="020F0502020204030204" pitchFamily="34" charset="0"/>
                          <a:ea typeface="Calibri" panose="020F0502020204030204" pitchFamily="34" charset="0"/>
                          <a:cs typeface="+mn-cs"/>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ඉද</a:t>
                      </a:r>
                      <a:r>
                        <a:rPr lang="si-LK" sz="1200" dirty="0">
                          <a:effectLst/>
                          <a:latin typeface="Calibri" panose="020F0502020204030204" pitchFamily="34" charset="0"/>
                          <a:ea typeface="Calibri" panose="020F0502020204030204" pitchFamily="34" charset="0"/>
                          <a:cs typeface="Iskoola Pota" panose="02010503010101010104" pitchFamily="2" charset="0"/>
                        </a:rPr>
                        <a:t>ිකිරීම්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අභ්‍යාස:</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සාකච්ඡා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හිසට</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ඉහළින් ඇති අනතුරුදායක තත්වයන්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සහ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ගොඩනැගිල්ලේ</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දෙවනුව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කඩ</a:t>
                      </a:r>
                      <a:r>
                        <a:rPr lang="si-LK" sz="1200" dirty="0">
                          <a:effectLst/>
                          <a:latin typeface="Calibri" panose="020F0502020204030204" pitchFamily="34" charset="0"/>
                          <a:ea typeface="Calibri" panose="020F0502020204030204" pitchFamily="34" charset="0"/>
                          <a:cs typeface="Iskoola Pota" panose="02010503010101010104" pitchFamily="2" charset="0"/>
                        </a:rPr>
                        <a:t>ා වැටීමේ අවදානම</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සිදුකරන ක</a:t>
                      </a:r>
                      <a:r>
                        <a:rPr lang="si-LK" sz="1200" dirty="0">
                          <a:effectLst/>
                          <a:latin typeface="Calibri" panose="020F0502020204030204" pitchFamily="34" charset="0"/>
                          <a:ea typeface="Calibri" panose="020F0502020204030204" pitchFamily="34" charset="0"/>
                          <a:cs typeface="Iskoola Pota" panose="02010503010101010104" pitchFamily="2" charset="0"/>
                        </a:rPr>
                        <a:t>්‍රියාවන් අවම කිරීමේ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පිළීවෙළ </a:t>
                      </a:r>
                      <a:r>
                        <a:rPr lang="si-LK" sz="1200" dirty="0">
                          <a:effectLst/>
                          <a:latin typeface="Calibri" panose="020F0502020204030204" pitchFamily="34" charset="0"/>
                          <a:ea typeface="Calibri" panose="020F0502020204030204" pitchFamily="34" charset="0"/>
                          <a:cs typeface="Iskoola Pota" panose="02010503010101010104" pitchFamily="2" charset="0"/>
                        </a:rPr>
                        <a:t>අවධාරණය කරන්</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න. </a:t>
                      </a:r>
                      <a:r>
                        <a:rPr lang="si-LK" sz="1200" dirty="0">
                          <a:effectLst/>
                          <a:latin typeface="Calibri" panose="020F0502020204030204" pitchFamily="34" charset="0"/>
                          <a:ea typeface="Calibri" panose="020F0502020204030204" pitchFamily="34" charset="0"/>
                          <a:cs typeface="Iskoola Pota" panose="02010503010101010104" pitchFamily="2" charset="0"/>
                        </a:rPr>
                        <a:t>ඉවත්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කිරිම </a:t>
                      </a:r>
                    </a:p>
                    <a:p>
                      <a:pPr marL="0" marR="0">
                        <a:lnSpc>
                          <a:spcPct val="107000"/>
                        </a:lnSpc>
                        <a:spcBef>
                          <a:spcPts val="0"/>
                        </a:spcBef>
                        <a:spcAft>
                          <a:spcPts val="0"/>
                        </a:spcAft>
                      </a:pP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a:t>
                      </a:r>
                      <a:r>
                        <a:rPr lang="si-LK" sz="1200" dirty="0">
                          <a:effectLst/>
                          <a:latin typeface="Calibri" panose="020F0502020204030204" pitchFamily="34" charset="0"/>
                          <a:ea typeface="Calibri" panose="020F0502020204030204" pitchFamily="34" charset="0"/>
                          <a:cs typeface="Iskoola Pota" panose="02010503010101010104" pitchFamily="2" charset="0"/>
                        </a:rPr>
                        <a:t>ුරක්ෂි</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ත කිරිම.</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ආරක්ෂිත දුර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තබා ගැනිම් ස</a:t>
                      </a:r>
                      <a:r>
                        <a:rPr lang="si-LK" sz="1200" dirty="0">
                          <a:effectLst/>
                          <a:latin typeface="Calibri" panose="020F0502020204030204" pitchFamily="34" charset="0"/>
                          <a:ea typeface="Calibri" panose="020F0502020204030204" pitchFamily="34" charset="0"/>
                          <a:cs typeface="Iskoola Pota" panose="02010503010101010104" pitchFamily="2" charset="0"/>
                        </a:rPr>
                        <a:t>ංකල්පය (</a:t>
                      </a:r>
                      <a:r>
                        <a:rPr lang="en-US" sz="1200" dirty="0">
                          <a:effectLst/>
                          <a:latin typeface="Calibri" panose="020F0502020204030204" pitchFamily="34" charset="0"/>
                          <a:ea typeface="Calibri" panose="020F0502020204030204" pitchFamily="34" charset="0"/>
                          <a:cs typeface="Iskoola Pota" panose="02010503010101010104" pitchFamily="2" charset="0"/>
                        </a:rPr>
                        <a:t>1:1.5)</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භෞතික බාධක භාවිතය</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දේශීය කඩා ඉවත් කිරීමේ ශිල්පීය ක්‍රම - පවතින යන්ත්‍රෝපකරණ භාවිතය</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smtClean="0">
                          <a:effectLst/>
                          <a:latin typeface="Calibri" panose="020F0502020204030204" pitchFamily="34" charset="0"/>
                          <a:ea typeface="Calibri" panose="020F0502020204030204" pitchFamily="34" charset="0"/>
                          <a:cs typeface="Iskoola Pota" panose="02010503010101010104" pitchFamily="2" charset="0"/>
                        </a:rPr>
                        <a:t>Shoring</a:t>
                      </a:r>
                      <a:r>
                        <a:rPr lang="si-LK" sz="1200" dirty="0" smtClean="0">
                          <a:effectLst/>
                          <a:latin typeface="Calibri" panose="020F0502020204030204" pitchFamily="34" charset="0"/>
                          <a:ea typeface="Calibri" panose="020F0502020204030204" pitchFamily="34" charset="0"/>
                          <a:cs typeface="+mn-cs"/>
                        </a:rPr>
                        <a:t> කොටස</a:t>
                      </a:r>
                      <a:r>
                        <a:rPr lang="si-LK" sz="1200" baseline="0" dirty="0" smtClean="0">
                          <a:effectLst/>
                          <a:latin typeface="Calibri" panose="020F0502020204030204" pitchFamily="34" charset="0"/>
                          <a:ea typeface="Calibri" panose="020F0502020204030204" pitchFamily="34" charset="0"/>
                          <a:cs typeface="+mn-cs"/>
                        </a:rPr>
                        <a:t> සකස් කිරිමට ස්ථානයක් </a:t>
                      </a:r>
                      <a:r>
                        <a:rPr lang="si-LK" sz="1200" dirty="0" smtClean="0">
                          <a:effectLst/>
                          <a:latin typeface="Calibri" panose="020F0502020204030204" pitchFamily="34" charset="0"/>
                          <a:ea typeface="Calibri" panose="020F0502020204030204" pitchFamily="34" charset="0"/>
                          <a:cs typeface="+mn-cs"/>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සහ </a:t>
                      </a:r>
                      <a:r>
                        <a:rPr lang="si-LK" sz="1200" dirty="0">
                          <a:effectLst/>
                          <a:latin typeface="Calibri" panose="020F0502020204030204" pitchFamily="34" charset="0"/>
                          <a:ea typeface="Calibri" panose="020F0502020204030204" pitchFamily="34" charset="0"/>
                          <a:cs typeface="Iskoola Pota" panose="02010503010101010104" pitchFamily="2" charset="0"/>
                        </a:rPr>
                        <a:t>මිනුම් ශිල්පීය ක්‍රම තක්සේරු කිරීම</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වෙරළ සඳහා දැව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කොටස්</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a:t>
                      </a:r>
                      <a:r>
                        <a:rPr lang="si-LK" sz="1200" dirty="0">
                          <a:effectLst/>
                          <a:latin typeface="Calibri" panose="020F0502020204030204" pitchFamily="34" charset="0"/>
                          <a:ea typeface="Calibri" panose="020F0502020204030204" pitchFamily="34" charset="0"/>
                          <a:cs typeface="Iskoola Pota" panose="02010503010101010104" pitchFamily="2" charset="0"/>
                        </a:rPr>
                        <a:t>ැපීම - තැපැල් - ශීර්ෂකය- පාදය (කුඤ්ඤ විකල්පයක්)</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smtClean="0">
                          <a:effectLst/>
                          <a:latin typeface="Calibri" panose="020F0502020204030204" pitchFamily="34" charset="0"/>
                          <a:ea typeface="Calibri" panose="020F0502020204030204" pitchFamily="34" charset="0"/>
                          <a:cs typeface="Iskoola Pota" panose="02010503010101010104" pitchFamily="2" charset="0"/>
                        </a:rPr>
                        <a:t>Shoring</a:t>
                      </a:r>
                      <a:r>
                        <a:rPr lang="si-LK" sz="1200" dirty="0" smtClean="0">
                          <a:effectLst/>
                          <a:latin typeface="Calibri" panose="020F0502020204030204" pitchFamily="34" charset="0"/>
                          <a:ea typeface="Calibri" panose="020F0502020204030204" pitchFamily="34" charset="0"/>
                          <a:cs typeface="+mn-cs"/>
                        </a:rPr>
                        <a:t> කොටස්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එකලස</a:t>
                      </a:r>
                      <a:r>
                        <a:rPr lang="si-LK" sz="1200" dirty="0">
                          <a:effectLst/>
                          <a:latin typeface="Calibri" panose="020F0502020204030204" pitchFamily="34" charset="0"/>
                          <a:ea typeface="Calibri" panose="020F0502020204030204" pitchFamily="34" charset="0"/>
                          <a:cs typeface="Iskoola Pota" panose="02010503010101010104" pitchFamily="2" charset="0"/>
                        </a:rPr>
                        <a:t>් කිරීම සහ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අවශ්‍ය ස</a:t>
                      </a:r>
                      <a:r>
                        <a:rPr lang="si-LK" sz="1200" dirty="0">
                          <a:effectLst/>
                          <a:latin typeface="Calibri" panose="020F0502020204030204" pitchFamily="34" charset="0"/>
                          <a:ea typeface="Calibri" panose="020F0502020204030204" pitchFamily="34" charset="0"/>
                          <a:cs typeface="Iskoola Pota" panose="02010503010101010104" pitchFamily="2" charset="0"/>
                        </a:rPr>
                        <a:t>්ථානයේ </a:t>
                      </a:r>
                      <a:r>
                        <a:rPr lang="en-US" sz="1200" dirty="0" smtClean="0">
                          <a:effectLst/>
                          <a:latin typeface="Calibri" panose="020F0502020204030204" pitchFamily="34" charset="0"/>
                          <a:ea typeface="Calibri" panose="020F0502020204030204" pitchFamily="34" charset="0"/>
                          <a:cs typeface="Iskoola Pota" panose="02010503010101010104" pitchFamily="2" charset="0"/>
                        </a:rPr>
                        <a:t>Shoring</a:t>
                      </a:r>
                      <a:r>
                        <a:rPr lang="si-LK" sz="1200" dirty="0" smtClean="0">
                          <a:effectLst/>
                          <a:latin typeface="Calibri" panose="020F0502020204030204" pitchFamily="34" charset="0"/>
                          <a:ea typeface="Calibri" panose="020F0502020204030204" pitchFamily="34" charset="0"/>
                          <a:cs typeface="+mn-cs"/>
                        </a:rPr>
                        <a:t> කොටස්</a:t>
                      </a:r>
                      <a:r>
                        <a:rPr lang="si-LK" sz="1200" baseline="0" dirty="0" smtClean="0">
                          <a:effectLst/>
                          <a:latin typeface="Calibri" panose="020F0502020204030204" pitchFamily="34" charset="0"/>
                          <a:ea typeface="Calibri" panose="020F0502020204030204" pitchFamily="34" charset="0"/>
                          <a:cs typeface="+mn-cs"/>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සව</a:t>
                      </a:r>
                      <a:r>
                        <a:rPr lang="si-LK" sz="1200" dirty="0">
                          <a:effectLst/>
                          <a:latin typeface="Calibri" panose="020F0502020204030204" pitchFamily="34" charset="0"/>
                          <a:ea typeface="Calibri" panose="020F0502020204030204" pitchFamily="34" charset="0"/>
                          <a:cs typeface="Iskoola Pota" panose="02010503010101010104" pitchFamily="2" charset="0"/>
                        </a:rPr>
                        <a:t>ි කිරීම - අවම කාලය සඳහා අවදානම් කලාපයේ අවම පුද්ගලයින්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සංඛ්‍යාව</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යෙදවීම</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පිළිබඳ මූලධර්මය අවධාරණය කිරීමට මතක තබා ගන්න</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a:t>
                      </a:r>
                    </a:p>
                    <a:p>
                      <a:pPr marL="0" marR="0">
                        <a:lnSpc>
                          <a:spcPct val="107000"/>
                        </a:lnSpc>
                        <a:spcBef>
                          <a:spcPts val="0"/>
                        </a:spcBef>
                        <a:spcAft>
                          <a:spcPts val="0"/>
                        </a:spcAft>
                      </a:pP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සහභ</a:t>
                      </a:r>
                      <a:r>
                        <a:rPr lang="si-LK" sz="1200" dirty="0">
                          <a:effectLst/>
                          <a:latin typeface="Calibri" panose="020F0502020204030204" pitchFamily="34" charset="0"/>
                          <a:ea typeface="Calibri" panose="020F0502020204030204" pitchFamily="34" charset="0"/>
                          <a:cs typeface="Iskoola Pota" panose="02010503010101010104" pitchFamily="2" charset="0"/>
                        </a:rPr>
                        <a:t>ාගිවන්නන්ට කුඩා කණ්ඩායම් වශයෙන් වැඩ කිරීමට හැකි වන පරිදි ප්‍රමාණවත් අත් ආයුධ සහ දැව සහතික කිරීම.</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7663029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Overlay-2ColumnText.png"/>
          <p:cNvPicPr/>
          <p:nvPr/>
        </p:nvPicPr>
        <p:blipFill>
          <a:blip r:embed="rId2"/>
          <a:stretch>
            <a:fillRect/>
          </a:stretch>
        </p:blipFill>
        <p:spPr>
          <a:xfrm>
            <a:off x="308473" y="879087"/>
            <a:ext cx="3340100" cy="5688981"/>
          </a:xfrm>
          <a:prstGeom prst="round2DiagRect">
            <a:avLst/>
          </a:prstGeom>
          <a:gradFill flip="none" rotWithShape="1">
            <a:gsLst>
              <a:gs pos="0">
                <a:srgbClr val="38ABED"/>
              </a:gs>
              <a:gs pos="100000">
                <a:srgbClr val="1B3861"/>
              </a:gs>
            </a:gsLst>
            <a:lin ang="5400000" scaled="0"/>
            <a:tileRect/>
          </a:gradFill>
        </p:spPr>
      </p:pic>
      <p:pic>
        <p:nvPicPr>
          <p:cNvPr id="10" name="Picture 9"/>
          <p:cNvPicPr>
            <a:picLocks noChangeAspect="1"/>
          </p:cNvPicPr>
          <p:nvPr/>
        </p:nvPicPr>
        <p:blipFill rotWithShape="1">
          <a:blip r:embed="rId3"/>
          <a:srcRect l="28796" t="18296" r="53241" b="76370"/>
          <a:stretch/>
        </p:blipFill>
        <p:spPr>
          <a:xfrm>
            <a:off x="390071" y="136525"/>
            <a:ext cx="2463800" cy="457200"/>
          </a:xfrm>
          <a:prstGeom prst="rect">
            <a:avLst/>
          </a:prstGeom>
        </p:spPr>
      </p:pic>
      <p:sp>
        <p:nvSpPr>
          <p:cNvPr id="4" name="Title 3"/>
          <p:cNvSpPr txBox="1">
            <a:spLocks noGrp="1"/>
          </p:cNvSpPr>
          <p:nvPr>
            <p:ph type="title"/>
          </p:nvPr>
        </p:nvSpPr>
        <p:spPr>
          <a:xfrm>
            <a:off x="490653" y="1142804"/>
            <a:ext cx="4371278" cy="1089529"/>
          </a:xfrm>
          <a:prstGeom prst="rect">
            <a:avLst/>
          </a:prstGeom>
          <a:noFill/>
        </p:spPr>
        <p:txBody>
          <a:bodyPr wrap="square" rtlCol="0">
            <a:spAutoFit/>
          </a:bodyPr>
          <a:lstStyle/>
          <a:p>
            <a:r>
              <a:rPr lang="si-LK" sz="3600" b="1" dirty="0" smtClean="0">
                <a:solidFill>
                  <a:prstClr val="black"/>
                </a:solidFill>
                <a:latin typeface="Calibri Light" panose="020F0302020204030204"/>
              </a:rPr>
              <a:t>පළමුවන </a:t>
            </a:r>
            <a:br>
              <a:rPr lang="si-LK" sz="3600" b="1" dirty="0" smtClean="0">
                <a:solidFill>
                  <a:prstClr val="black"/>
                </a:solidFill>
                <a:latin typeface="Calibri Light" panose="020F0302020204030204"/>
              </a:rPr>
            </a:br>
            <a:r>
              <a:rPr lang="si-LK" sz="3600" b="1" dirty="0" smtClean="0">
                <a:solidFill>
                  <a:prstClr val="black"/>
                </a:solidFill>
                <a:latin typeface="Calibri Light" panose="020F0302020204030204"/>
              </a:rPr>
              <a:t>ප්‍රතිචාර දක්වන්නා</a:t>
            </a:r>
            <a:endParaRPr lang="en-US" sz="3600" b="1" dirty="0"/>
          </a:p>
        </p:txBody>
      </p:sp>
      <p:sp>
        <p:nvSpPr>
          <p:cNvPr id="3" name="Content Placeholder 2"/>
          <p:cNvSpPr>
            <a:spLocks noGrp="1"/>
          </p:cNvSpPr>
          <p:nvPr>
            <p:ph idx="1"/>
          </p:nvPr>
        </p:nvSpPr>
        <p:spPr>
          <a:xfrm>
            <a:off x="308473" y="2467781"/>
            <a:ext cx="11001784" cy="4694918"/>
          </a:xfrm>
          <a:noFill/>
          <a:ln>
            <a:noFill/>
          </a:ln>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si-LK" sz="2400" dirty="0"/>
              <a:t>ඉදිරිපත් කිරිමේ මාතෘකා</a:t>
            </a:r>
            <a:r>
              <a:rPr lang="si-LK" sz="2400" dirty="0" smtClean="0"/>
              <a:t>ව	:- </a:t>
            </a:r>
            <a:r>
              <a:rPr lang="en-US" sz="2400" dirty="0" smtClean="0"/>
              <a:t>Shoring </a:t>
            </a:r>
            <a:r>
              <a:rPr lang="si-LK" sz="2400" dirty="0" smtClean="0"/>
              <a:t>මෙහෙයුම්</a:t>
            </a:r>
            <a:r>
              <a:rPr lang="si-LK" sz="2400" dirty="0"/>
              <a:t>	</a:t>
            </a:r>
            <a:r>
              <a:rPr lang="en-US" sz="2400" dirty="0"/>
              <a:t/>
            </a:r>
            <a:br>
              <a:rPr lang="en-US" sz="2400" dirty="0"/>
            </a:br>
            <a:r>
              <a:rPr lang="si-LK" sz="2400" dirty="0" smtClean="0"/>
              <a:t>	ම</a:t>
            </a:r>
            <a:r>
              <a:rPr lang="si-LK" sz="2400" dirty="0"/>
              <a:t>ොඩියුලර</a:t>
            </a:r>
            <a:r>
              <a:rPr lang="si-LK" sz="2400" dirty="0" smtClean="0"/>
              <a:t>්		: 5.2</a:t>
            </a:r>
          </a:p>
          <a:p>
            <a:pPr marL="0" indent="0">
              <a:buNone/>
            </a:pPr>
            <a:r>
              <a:rPr lang="en-US" sz="2400" dirty="0" smtClean="0"/>
              <a:t/>
            </a:r>
            <a:br>
              <a:rPr lang="en-US" sz="2400" dirty="0" smtClean="0"/>
            </a:br>
            <a:r>
              <a:rPr lang="si-LK" sz="2400" dirty="0" smtClean="0"/>
              <a:t>ඉදිරිපත් කරන්නන්/ උපදේශක	:- ඉදිරිපත් කරන්නන්ගේ නම මෙහි </a:t>
            </a:r>
            <a:r>
              <a:rPr lang="si-LK" sz="2400" dirty="0"/>
              <a:t>එක</a:t>
            </a:r>
            <a:r>
              <a:rPr lang="si-LK" sz="2400" dirty="0" smtClean="0"/>
              <a:t>් කරන</a:t>
            </a:r>
            <a:r>
              <a:rPr lang="si-LK" sz="2400" dirty="0"/>
              <a:t>්න.</a:t>
            </a:r>
            <a:r>
              <a:rPr lang="si-LK" sz="2400" dirty="0" smtClean="0"/>
              <a:t>	</a:t>
            </a:r>
            <a:r>
              <a:rPr lang="si-LK" sz="2200" dirty="0" smtClean="0"/>
              <a:t>				</a:t>
            </a:r>
          </a:p>
          <a:p>
            <a:pPr marL="0" indent="0">
              <a:buNone/>
            </a:pPr>
            <a:r>
              <a:rPr lang="en-US" dirty="0"/>
              <a:t/>
            </a:r>
            <a:br>
              <a:rPr lang="en-US" dirty="0"/>
            </a:br>
            <a:r>
              <a:rPr lang="en-US" dirty="0"/>
              <a:t/>
            </a:r>
            <a:br>
              <a:rPr lang="en-US" dirty="0"/>
            </a:br>
            <a:endParaRPr lang="si-LK" dirty="0" smtClean="0"/>
          </a:p>
          <a:p>
            <a:pPr marL="0" indent="0">
              <a:buNone/>
            </a:pPr>
            <a:endParaRPr lang="si-LK" dirty="0" smtClean="0"/>
          </a:p>
          <a:p>
            <a:pPr marL="0" indent="0">
              <a:buNone/>
            </a:pPr>
            <a:r>
              <a:rPr lang="en-US" sz="1900" dirty="0" smtClean="0"/>
              <a:t>Coordination Saves Lives</a:t>
            </a:r>
            <a:r>
              <a:rPr lang="en-US" dirty="0" smtClean="0"/>
              <a:t>							</a:t>
            </a:r>
          </a:p>
          <a:p>
            <a:pPr marL="0" indent="0">
              <a:buNone/>
            </a:pPr>
            <a:r>
              <a:rPr lang="en-US" dirty="0"/>
              <a:t>	</a:t>
            </a:r>
            <a:r>
              <a:rPr lang="en-US" dirty="0" smtClean="0"/>
              <a:t>									</a:t>
            </a:r>
            <a:r>
              <a:rPr lang="si-LK" dirty="0" smtClean="0"/>
              <a:t>	</a:t>
            </a:r>
            <a:endParaRPr lang="en-US" dirty="0"/>
          </a:p>
        </p:txBody>
      </p:sp>
      <p:pic>
        <p:nvPicPr>
          <p:cNvPr id="11" name="Picture 10"/>
          <p:cNvPicPr>
            <a:picLocks noChangeAspect="1"/>
          </p:cNvPicPr>
          <p:nvPr/>
        </p:nvPicPr>
        <p:blipFill rotWithShape="1">
          <a:blip r:embed="rId3"/>
          <a:srcRect l="28981" t="79333" r="13981" b="13852"/>
          <a:stretch/>
        </p:blipFill>
        <p:spPr>
          <a:xfrm>
            <a:off x="186871" y="6176963"/>
            <a:ext cx="11907157" cy="681037"/>
          </a:xfrm>
          <a:prstGeom prst="rect">
            <a:avLst/>
          </a:prstGeom>
        </p:spPr>
      </p:pic>
    </p:spTree>
    <p:extLst>
      <p:ext uri="{BB962C8B-B14F-4D97-AF65-F5344CB8AC3E}">
        <p14:creationId xmlns:p14="http://schemas.microsoft.com/office/powerpoint/2010/main" val="37314753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0071" y="1042635"/>
            <a:ext cx="6281058" cy="4235763"/>
          </a:xfrm>
        </p:spPr>
        <p:txBody>
          <a:bodyPr>
            <a:normAutofit/>
          </a:bodyPr>
          <a:lstStyle/>
          <a:p>
            <a:pPr marL="0" indent="0" algn="ctr">
              <a:buNone/>
            </a:pPr>
            <a:endParaRPr lang="en-US" sz="3600" b="1" dirty="0"/>
          </a:p>
          <a:p>
            <a:pPr marL="0" indent="0" algn="ctr">
              <a:buNone/>
            </a:pPr>
            <a:r>
              <a:rPr lang="en-US" sz="4400" dirty="0">
                <a:latin typeface="Calibri" panose="020F0502020204030204" pitchFamily="34" charset="0"/>
                <a:ea typeface="Calibri" panose="020F0502020204030204" pitchFamily="34" charset="0"/>
                <a:cs typeface="Iskoola Pota" panose="02010503010101010104" pitchFamily="2" charset="0"/>
              </a:rPr>
              <a:t>Shoring</a:t>
            </a:r>
            <a:r>
              <a:rPr lang="si-LK" sz="4400" dirty="0">
                <a:latin typeface="Calibri" panose="020F0502020204030204" pitchFamily="34" charset="0"/>
                <a:ea typeface="Calibri" panose="020F0502020204030204" pitchFamily="34" charset="0"/>
              </a:rPr>
              <a:t> </a:t>
            </a:r>
            <a:r>
              <a:rPr lang="si-LK" sz="4400" dirty="0" smtClean="0">
                <a:latin typeface="Calibri" panose="020F0502020204030204" pitchFamily="34" charset="0"/>
                <a:ea typeface="Calibri" panose="020F0502020204030204" pitchFamily="34" charset="0"/>
              </a:rPr>
              <a:t>මෙහෙයුම්</a:t>
            </a:r>
            <a:endParaRPr lang="si-LK" sz="4400" b="1" dirty="0"/>
          </a:p>
          <a:p>
            <a:pPr marL="0" indent="0" algn="ctr">
              <a:buNone/>
            </a:pPr>
            <a:endParaRPr lang="en-US" sz="3600" b="1" dirty="0" smtClean="0"/>
          </a:p>
          <a:p>
            <a:pPr marL="0" indent="0" algn="ctr">
              <a:buNone/>
            </a:pPr>
            <a:endParaRPr lang="si-LK" sz="3600" b="1" dirty="0" smtClean="0"/>
          </a:p>
          <a:p>
            <a:endParaRPr lang="si-LK" dirty="0"/>
          </a:p>
          <a:p>
            <a:endParaRPr lang="en-US" dirty="0"/>
          </a:p>
          <a:p>
            <a:endParaRPr lang="en-US" dirty="0"/>
          </a:p>
        </p:txBody>
      </p:sp>
      <p:pic>
        <p:nvPicPr>
          <p:cNvPr id="9" name="Picture 8"/>
          <p:cNvPicPr>
            <a:picLocks noChangeAspect="1"/>
          </p:cNvPicPr>
          <p:nvPr/>
        </p:nvPicPr>
        <p:blipFill rotWithShape="1">
          <a:blip r:embed="rId2"/>
          <a:srcRect l="28796" t="18296" r="53241" b="76370"/>
          <a:stretch/>
        </p:blipFill>
        <p:spPr>
          <a:xfrm>
            <a:off x="390071" y="136525"/>
            <a:ext cx="2463800" cy="457200"/>
          </a:xfrm>
          <a:prstGeom prst="rect">
            <a:avLst/>
          </a:prstGeom>
        </p:spPr>
      </p:pic>
      <p:pic>
        <p:nvPicPr>
          <p:cNvPr id="10" name="Picture 9"/>
          <p:cNvPicPr>
            <a:picLocks noChangeAspect="1"/>
          </p:cNvPicPr>
          <p:nvPr/>
        </p:nvPicPr>
        <p:blipFill rotWithShape="1">
          <a:blip r:embed="rId2"/>
          <a:srcRect l="28981" t="79333" r="13981" b="13852"/>
          <a:stretch/>
        </p:blipFill>
        <p:spPr>
          <a:xfrm>
            <a:off x="186871" y="6176963"/>
            <a:ext cx="11907157" cy="681037"/>
          </a:xfrm>
          <a:prstGeom prst="rect">
            <a:avLst/>
          </a:prstGeom>
        </p:spPr>
      </p:pic>
      <p:pic>
        <p:nvPicPr>
          <p:cNvPr id="11" name="Picture 10" descr="Overlay-2ColumnText.png"/>
          <p:cNvPicPr/>
          <p:nvPr/>
        </p:nvPicPr>
        <p:blipFill>
          <a:blip r:embed="rId3"/>
          <a:stretch>
            <a:fillRect/>
          </a:stretch>
        </p:blipFill>
        <p:spPr>
          <a:xfrm>
            <a:off x="8244158" y="223365"/>
            <a:ext cx="3340100" cy="5688981"/>
          </a:xfrm>
          <a:prstGeom prst="round2DiagRect">
            <a:avLst/>
          </a:prstGeom>
          <a:gradFill flip="none" rotWithShape="1">
            <a:gsLst>
              <a:gs pos="0">
                <a:srgbClr val="38ABED"/>
              </a:gs>
              <a:gs pos="100000">
                <a:srgbClr val="1B3861"/>
              </a:gs>
            </a:gsLst>
            <a:lin ang="5400000" scaled="0"/>
            <a:tileRect/>
          </a:gradFill>
        </p:spPr>
      </p:pic>
      <p:sp>
        <p:nvSpPr>
          <p:cNvPr id="12" name="Title 3"/>
          <p:cNvSpPr txBox="1">
            <a:spLocks noGrp="1"/>
          </p:cNvSpPr>
          <p:nvPr>
            <p:ph type="title"/>
          </p:nvPr>
        </p:nvSpPr>
        <p:spPr>
          <a:xfrm>
            <a:off x="8668899" y="122827"/>
            <a:ext cx="2652244" cy="1588127"/>
          </a:xfrm>
          <a:prstGeom prst="rect">
            <a:avLst/>
          </a:prstGeom>
          <a:noFill/>
        </p:spPr>
        <p:txBody>
          <a:bodyPr wrap="square" rtlCol="0">
            <a:spAutoFit/>
          </a:bodyPr>
          <a:lstStyle/>
          <a:p>
            <a:pPr algn="r"/>
            <a:r>
              <a:rPr lang="si-LK" sz="3600" b="1" dirty="0" smtClean="0">
                <a:solidFill>
                  <a:prstClr val="black"/>
                </a:solidFill>
                <a:latin typeface="Calibri Light" panose="020F0302020204030204"/>
              </a:rPr>
              <a:t>පළමුවන ප්‍රතිචාර දක්වන්නා</a:t>
            </a:r>
            <a:endParaRPr lang="en-US" sz="3600" b="1" dirty="0"/>
          </a:p>
        </p:txBody>
      </p:sp>
      <p:sp>
        <p:nvSpPr>
          <p:cNvPr id="13" name="Rectangle 12"/>
          <p:cNvSpPr/>
          <p:nvPr/>
        </p:nvSpPr>
        <p:spPr>
          <a:xfrm>
            <a:off x="8668899" y="5278398"/>
            <a:ext cx="2490618" cy="369332"/>
          </a:xfrm>
          <a:prstGeom prst="rect">
            <a:avLst/>
          </a:prstGeom>
        </p:spPr>
        <p:txBody>
          <a:bodyPr wrap="none">
            <a:spAutoFit/>
          </a:bodyPr>
          <a:lstStyle/>
          <a:p>
            <a:r>
              <a:rPr lang="en-US" dirty="0">
                <a:solidFill>
                  <a:schemeClr val="bg1"/>
                </a:solidFill>
              </a:rPr>
              <a:t>Coordination Saves Lives</a:t>
            </a:r>
          </a:p>
        </p:txBody>
      </p:sp>
    </p:spTree>
    <p:extLst>
      <p:ext uri="{BB962C8B-B14F-4D97-AF65-F5344CB8AC3E}">
        <p14:creationId xmlns:p14="http://schemas.microsoft.com/office/powerpoint/2010/main" val="225653990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2" name="Rectangle 1"/>
          <p:cNvSpPr/>
          <p:nvPr/>
        </p:nvSpPr>
        <p:spPr>
          <a:xfrm>
            <a:off x="751113" y="1361656"/>
            <a:ext cx="8632373" cy="2178481"/>
          </a:xfrm>
          <a:prstGeom prst="rect">
            <a:avLst/>
          </a:prstGeom>
        </p:spPr>
        <p:txBody>
          <a:bodyPr wrap="square">
            <a:spAutoFit/>
          </a:bodyPr>
          <a:lstStyle/>
          <a:p>
            <a:pPr>
              <a:lnSpc>
                <a:spcPct val="107000"/>
              </a:lnSpc>
              <a:spcAft>
                <a:spcPts val="800"/>
              </a:spcAft>
            </a:pPr>
            <a:r>
              <a:rPr lang="en-US" sz="3600" dirty="0">
                <a:latin typeface="Calibri" panose="020F0502020204030204" pitchFamily="34" charset="0"/>
                <a:ea typeface="Calibri" panose="020F0502020204030204" pitchFamily="34" charset="0"/>
                <a:cs typeface="Iskoola Pota" panose="02010503010101010104" pitchFamily="2" charset="0"/>
              </a:rPr>
              <a:t>Shoring</a:t>
            </a:r>
            <a:r>
              <a:rPr lang="si-LK" sz="3600" dirty="0">
                <a:latin typeface="Calibri" panose="020F0502020204030204" pitchFamily="34" charset="0"/>
                <a:ea typeface="Calibri" panose="020F0502020204030204" pitchFamily="34" charset="0"/>
              </a:rPr>
              <a:t> </a:t>
            </a:r>
            <a:r>
              <a:rPr lang="si-LK" sz="3600" dirty="0" smtClean="0">
                <a:latin typeface="Calibri" panose="020F0502020204030204" pitchFamily="34" charset="0"/>
                <a:ea typeface="Calibri" panose="020F0502020204030204" pitchFamily="34" charset="0"/>
              </a:rPr>
              <a:t>මෙහෙයුම්</a:t>
            </a:r>
          </a:p>
          <a:p>
            <a:pPr>
              <a:lnSpc>
                <a:spcPct val="107000"/>
              </a:lnSpc>
              <a:spcAft>
                <a:spcPts val="800"/>
              </a:spcAft>
            </a:pPr>
            <a:r>
              <a:rPr lang="si-LK" sz="3600" dirty="0" smtClean="0">
                <a:latin typeface="Calibri" panose="020F0502020204030204" pitchFamily="34" charset="0"/>
                <a:ea typeface="Calibri" panose="020F0502020204030204" pitchFamily="34" charset="0"/>
                <a:cs typeface="Iskoola Pota" panose="02010503010101010104" pitchFamily="2" charset="0"/>
              </a:rPr>
              <a:t>ඉගෙනිමේ ප්‍රතිඵල:</a:t>
            </a:r>
          </a:p>
          <a:p>
            <a:pPr>
              <a:lnSpc>
                <a:spcPct val="107000"/>
              </a:lnSpc>
              <a:spcAft>
                <a:spcPts val="800"/>
              </a:spcAft>
            </a:pPr>
            <a:endParaRPr lang="en-US" sz="3600" dirty="0">
              <a:latin typeface="Calibri" panose="020F0502020204030204" pitchFamily="34" charset="0"/>
              <a:ea typeface="Calibri" panose="020F0502020204030204" pitchFamily="34" charset="0"/>
              <a:cs typeface="Iskoola Pota" panose="02010503010101010104" pitchFamily="2" charset="0"/>
            </a:endParaRPr>
          </a:p>
        </p:txBody>
      </p:sp>
      <p:sp>
        <p:nvSpPr>
          <p:cNvPr id="3" name="Rectangle 2"/>
          <p:cNvSpPr/>
          <p:nvPr/>
        </p:nvSpPr>
        <p:spPr>
          <a:xfrm>
            <a:off x="914399" y="3034525"/>
            <a:ext cx="10092267" cy="1277850"/>
          </a:xfrm>
          <a:prstGeom prst="rect">
            <a:avLst/>
          </a:prstGeom>
        </p:spPr>
        <p:txBody>
          <a:bodyPr wrap="square">
            <a:spAutoFit/>
          </a:bodyPr>
          <a:lstStyle/>
          <a:p>
            <a:pPr marL="342900" marR="0" lvl="0" indent="-342900">
              <a:lnSpc>
                <a:spcPct val="107000"/>
              </a:lnSpc>
              <a:spcBef>
                <a:spcPts val="0"/>
              </a:spcBef>
              <a:spcAft>
                <a:spcPts val="0"/>
              </a:spcAft>
              <a:buFont typeface="Wingdings" panose="05000000000000000000" pitchFamily="2" charset="2"/>
              <a:buChar char=""/>
            </a:pPr>
            <a:r>
              <a:rPr lang="si-LK" sz="2400" dirty="0" smtClean="0">
                <a:latin typeface="Calibri" panose="020F0502020204030204" pitchFamily="34" charset="0"/>
                <a:ea typeface="Calibri" panose="020F0502020204030204" pitchFamily="34" charset="0"/>
              </a:rPr>
              <a:t>හිසට ඉහළින් සිදුවන අනතුරුවලට ආරක</a:t>
            </a:r>
            <a:r>
              <a:rPr lang="si-LK" sz="2400" dirty="0">
                <a:latin typeface="Calibri" panose="020F0502020204030204" pitchFamily="34" charset="0"/>
                <a:ea typeface="Calibri" panose="020F0502020204030204" pitchFamily="34" charset="0"/>
              </a:rPr>
              <a:t>්ෂිත</a:t>
            </a:r>
            <a:r>
              <a:rPr lang="si-LK" sz="2400" dirty="0" smtClean="0">
                <a:latin typeface="Calibri" panose="020F0502020204030204" pitchFamily="34" charset="0"/>
                <a:ea typeface="Calibri" panose="020F0502020204030204" pitchFamily="34" charset="0"/>
              </a:rPr>
              <a:t> ආවරණයක් සිදු කරන</a:t>
            </a:r>
            <a:r>
              <a:rPr lang="si-LK" sz="2400" dirty="0">
                <a:latin typeface="Calibri" panose="020F0502020204030204" pitchFamily="34" charset="0"/>
                <a:ea typeface="Calibri" panose="020F0502020204030204" pitchFamily="34" charset="0"/>
              </a:rPr>
              <a:t>්නේ කෙසේදැයි ඉගෙන ගන්</a:t>
            </a:r>
            <a:r>
              <a:rPr lang="si-LK" sz="2400" dirty="0" smtClean="0">
                <a:latin typeface="Calibri" panose="020F0502020204030204" pitchFamily="34" charset="0"/>
                <a:ea typeface="Calibri" panose="020F0502020204030204" pitchFamily="34" charset="0"/>
              </a:rPr>
              <a:t>න</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Wingdings" panose="05000000000000000000" pitchFamily="2" charset="2"/>
              <a:buChar char=""/>
            </a:pPr>
            <a:r>
              <a:rPr lang="si-LK" sz="2400" dirty="0" smtClean="0">
                <a:latin typeface="Calibri" panose="020F0502020204030204" pitchFamily="34" charset="0"/>
                <a:ea typeface="Calibri" panose="020F0502020204030204" pitchFamily="34" charset="0"/>
              </a:rPr>
              <a:t>සරල </a:t>
            </a:r>
            <a:r>
              <a:rPr lang="en-US" sz="2400" dirty="0" smtClean="0">
                <a:latin typeface="Calibri" panose="020F0502020204030204" pitchFamily="34" charset="0"/>
                <a:ea typeface="Calibri" panose="020F0502020204030204" pitchFamily="34" charset="0"/>
              </a:rPr>
              <a:t>Shoring </a:t>
            </a:r>
            <a:r>
              <a:rPr lang="si-LK" sz="2400" dirty="0" smtClean="0">
                <a:latin typeface="Calibri" panose="020F0502020204030204" pitchFamily="34" charset="0"/>
                <a:ea typeface="Calibri" panose="020F0502020204030204" pitchFamily="34" charset="0"/>
              </a:rPr>
              <a:t>කොටසක් සාදා ගන්නේ කෙසේදැයි ඉගෙන ගන්න</a:t>
            </a:r>
            <a:endParaRPr lang="en-US" sz="24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116362601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6" name="Content Placeholder 2"/>
          <p:cNvSpPr>
            <a:spLocks noGrp="1"/>
          </p:cNvSpPr>
          <p:nvPr>
            <p:ph idx="1"/>
          </p:nvPr>
        </p:nvSpPr>
        <p:spPr>
          <a:xfrm>
            <a:off x="390070" y="740229"/>
            <a:ext cx="10537574" cy="5321904"/>
          </a:xfrm>
        </p:spPr>
        <p:txBody>
          <a:bodyPr>
            <a:normAutofit fontScale="70000" lnSpcReduction="20000"/>
          </a:bodyPr>
          <a:lstStyle/>
          <a:p>
            <a:pPr marL="0" indent="0" algn="ctr">
              <a:buNone/>
            </a:pPr>
            <a:endParaRPr lang="en-US" sz="3600" b="1" dirty="0"/>
          </a:p>
          <a:p>
            <a:pPr marL="0" indent="0">
              <a:buNone/>
            </a:pPr>
            <a:r>
              <a:rPr lang="en-US" sz="5100" dirty="0">
                <a:latin typeface="Calibri" panose="020F0502020204030204" pitchFamily="34" charset="0"/>
                <a:ea typeface="Calibri" panose="020F0502020204030204" pitchFamily="34" charset="0"/>
                <a:cs typeface="Iskoola Pota" panose="02010503010101010104" pitchFamily="2" charset="0"/>
              </a:rPr>
              <a:t>Shoring</a:t>
            </a:r>
            <a:r>
              <a:rPr lang="si-LK" sz="5100" dirty="0">
                <a:latin typeface="Calibri" panose="020F0502020204030204" pitchFamily="34" charset="0"/>
                <a:ea typeface="Calibri" panose="020F0502020204030204" pitchFamily="34" charset="0"/>
              </a:rPr>
              <a:t> </a:t>
            </a:r>
            <a:r>
              <a:rPr lang="si-LK" sz="5100" dirty="0" smtClean="0">
                <a:latin typeface="Calibri" panose="020F0502020204030204" pitchFamily="34" charset="0"/>
                <a:ea typeface="Calibri" panose="020F0502020204030204" pitchFamily="34" charset="0"/>
              </a:rPr>
              <a:t>මෙහෙයුම්</a:t>
            </a:r>
          </a:p>
          <a:p>
            <a:pPr marL="0" indent="0">
              <a:buNone/>
            </a:pPr>
            <a:endParaRPr lang="si-LK" sz="5400" b="1" dirty="0">
              <a:latin typeface="Calibri" panose="020F0502020204030204" pitchFamily="34" charset="0"/>
            </a:endParaRPr>
          </a:p>
          <a:p>
            <a:pPr marL="0" indent="0">
              <a:buNone/>
            </a:pPr>
            <a:endParaRPr lang="si-LK" sz="3600" b="1" dirty="0"/>
          </a:p>
          <a:p>
            <a:pPr lvl="0"/>
            <a:r>
              <a:rPr lang="si-LK" sz="3400" dirty="0" smtClean="0"/>
              <a:t>හිසට උඩින් සිදුවන අනත</a:t>
            </a:r>
            <a:r>
              <a:rPr lang="si-LK" sz="3400" dirty="0"/>
              <a:t>ුරු </a:t>
            </a:r>
            <a:r>
              <a:rPr lang="si-LK" sz="3400" dirty="0" smtClean="0"/>
              <a:t>වලින් ආරක</a:t>
            </a:r>
            <a:r>
              <a:rPr lang="si-LK" sz="3400" dirty="0"/>
              <a:t>්</a:t>
            </a:r>
            <a:r>
              <a:rPr lang="si-LK" sz="3400" dirty="0" smtClean="0"/>
              <a:t>ෂ</a:t>
            </a:r>
            <a:r>
              <a:rPr lang="si-LK" sz="3400" dirty="0"/>
              <a:t>ා</a:t>
            </a:r>
            <a:r>
              <a:rPr lang="si-LK" sz="3400" dirty="0" smtClean="0"/>
              <a:t> </a:t>
            </a:r>
            <a:r>
              <a:rPr lang="si-LK" sz="3400" dirty="0"/>
              <a:t>කිරීම</a:t>
            </a:r>
            <a:endParaRPr lang="en-US" sz="3400" dirty="0"/>
          </a:p>
          <a:p>
            <a:pPr lvl="1"/>
            <a:r>
              <a:rPr lang="si-LK" sz="3400" dirty="0" smtClean="0"/>
              <a:t>සුදුසු ව</a:t>
            </a:r>
            <a:r>
              <a:rPr lang="si-LK" sz="3400" dirty="0"/>
              <a:t>ිකල්</a:t>
            </a:r>
            <a:r>
              <a:rPr lang="si-LK" sz="3400" dirty="0" smtClean="0"/>
              <a:t>ප ක්‍රමය</a:t>
            </a:r>
            <a:endParaRPr lang="en-US" sz="3400" dirty="0"/>
          </a:p>
          <a:p>
            <a:pPr lvl="2"/>
            <a:r>
              <a:rPr lang="si-LK" sz="3400" dirty="0" smtClean="0"/>
              <a:t>මග හැරීම</a:t>
            </a:r>
            <a:endParaRPr lang="en-US" sz="3400" dirty="0"/>
          </a:p>
          <a:p>
            <a:pPr lvl="2"/>
            <a:r>
              <a:rPr lang="si-LK" sz="3400" dirty="0"/>
              <a:t>ඉවත් </a:t>
            </a:r>
            <a:r>
              <a:rPr lang="si-LK" sz="3400" dirty="0" smtClean="0"/>
              <a:t>කිරීම</a:t>
            </a:r>
            <a:endParaRPr lang="en-US" sz="3400" dirty="0"/>
          </a:p>
          <a:p>
            <a:pPr lvl="2"/>
            <a:r>
              <a:rPr lang="si-LK" sz="3400" dirty="0"/>
              <a:t>ආරක්ෂි</a:t>
            </a:r>
            <a:r>
              <a:rPr lang="si-LK" sz="3400" dirty="0" smtClean="0"/>
              <a:t>ත කිරීම</a:t>
            </a:r>
            <a:endParaRPr lang="en-US" sz="3400" dirty="0"/>
          </a:p>
          <a:p>
            <a:pPr lvl="0"/>
            <a:r>
              <a:rPr lang="si-LK" sz="3400" dirty="0" smtClean="0"/>
              <a:t>දෙවන වරට ගොඩනැගිල්ලක් බ</a:t>
            </a:r>
            <a:r>
              <a:rPr lang="si-LK" sz="3400" dirty="0"/>
              <a:t>ිඳවැට</a:t>
            </a:r>
            <a:r>
              <a:rPr lang="si-LK" sz="3400" dirty="0" smtClean="0"/>
              <a:t>ීමට ඇති </a:t>
            </a:r>
            <a:r>
              <a:rPr lang="si-LK" sz="3400" dirty="0"/>
              <a:t>හැකියාව </a:t>
            </a:r>
            <a:r>
              <a:rPr lang="si-LK" sz="3400" dirty="0" smtClean="0"/>
              <a:t>පිළිබදව අවධානය යොමුකරන්න.</a:t>
            </a:r>
            <a:endParaRPr lang="en-US" sz="3400" dirty="0"/>
          </a:p>
          <a:p>
            <a:pPr lvl="0"/>
            <a:r>
              <a:rPr lang="si-LK" sz="3400" dirty="0"/>
              <a:t>ආරක්ෂිත </a:t>
            </a:r>
            <a:r>
              <a:rPr lang="si-LK" sz="3400" dirty="0" smtClean="0"/>
              <a:t>ප්‍රදේශ </a:t>
            </a:r>
            <a:r>
              <a:rPr lang="si-LK" sz="3400" dirty="0"/>
              <a:t>සඳහා </a:t>
            </a:r>
            <a:r>
              <a:rPr lang="en-US" sz="3400" dirty="0"/>
              <a:t>1: 1.5</a:t>
            </a:r>
            <a:r>
              <a:rPr lang="si-LK" sz="3400" dirty="0"/>
              <a:t> රීතිය </a:t>
            </a:r>
            <a:r>
              <a:rPr lang="si-LK" sz="3400" dirty="0" smtClean="0"/>
              <a:t>අවධානයේ </a:t>
            </a:r>
            <a:r>
              <a:rPr lang="si-LK" sz="3400" dirty="0"/>
              <a:t>තබා ගන්න</a:t>
            </a:r>
            <a:endParaRPr lang="en-US" sz="3400" dirty="0"/>
          </a:p>
          <a:p>
            <a:pPr lvl="0"/>
            <a:r>
              <a:rPr lang="si-LK" sz="3400" dirty="0"/>
              <a:t>චලනයන් නිරීක්ෂණය කිරීම සඳහා </a:t>
            </a:r>
            <a:r>
              <a:rPr lang="si-LK" sz="3400" dirty="0">
                <a:solidFill>
                  <a:srgbClr val="FF0000"/>
                </a:solidFill>
              </a:rPr>
              <a:t>මුරකරුවන</a:t>
            </a:r>
            <a:r>
              <a:rPr lang="si-LK" sz="3400" dirty="0"/>
              <a:t>් පත් කරන්න</a:t>
            </a:r>
            <a:endParaRPr lang="en-US" sz="3400" dirty="0"/>
          </a:p>
          <a:p>
            <a:pPr lvl="0"/>
            <a:r>
              <a:rPr lang="si-LK" sz="3400" dirty="0"/>
              <a:t>ඉවත් කිරීමේ සැලැස්මක් </a:t>
            </a:r>
            <a:r>
              <a:rPr lang="si-LK" sz="3400" dirty="0" smtClean="0"/>
              <a:t>කරන්න</a:t>
            </a:r>
            <a:endParaRPr lang="en-US" sz="3400" dirty="0"/>
          </a:p>
          <a:p>
            <a:pPr marL="0" indent="0" algn="ctr">
              <a:buNone/>
            </a:pPr>
            <a:endParaRPr lang="en-US" sz="3600" b="1" dirty="0" smtClean="0"/>
          </a:p>
          <a:p>
            <a:pPr marL="0" indent="0" algn="ctr">
              <a:buNone/>
            </a:pPr>
            <a:endParaRPr lang="si-LK" sz="3600" b="1" dirty="0" smtClean="0"/>
          </a:p>
          <a:p>
            <a:endParaRPr lang="si-LK" dirty="0"/>
          </a:p>
          <a:p>
            <a:endParaRPr lang="en-US" dirty="0"/>
          </a:p>
          <a:p>
            <a:endParaRPr lang="en-US" dirty="0"/>
          </a:p>
        </p:txBody>
      </p:sp>
    </p:spTree>
    <p:extLst>
      <p:ext uri="{BB962C8B-B14F-4D97-AF65-F5344CB8AC3E}">
        <p14:creationId xmlns:p14="http://schemas.microsoft.com/office/powerpoint/2010/main" val="14520484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3"/>
          <a:srcRect l="28981" t="79333" r="13981" b="13852"/>
          <a:stretch/>
        </p:blipFill>
        <p:spPr>
          <a:xfrm>
            <a:off x="186871" y="6176963"/>
            <a:ext cx="11907157" cy="681037"/>
          </a:xfrm>
          <a:prstGeom prst="rect">
            <a:avLst/>
          </a:prstGeom>
        </p:spPr>
      </p:pic>
      <p:sp>
        <p:nvSpPr>
          <p:cNvPr id="6" name="Content Placeholder 2"/>
          <p:cNvSpPr>
            <a:spLocks noGrp="1"/>
          </p:cNvSpPr>
          <p:nvPr>
            <p:ph idx="1"/>
          </p:nvPr>
        </p:nvSpPr>
        <p:spPr>
          <a:xfrm>
            <a:off x="390069" y="740229"/>
            <a:ext cx="11158463" cy="5321904"/>
          </a:xfrm>
        </p:spPr>
        <p:txBody>
          <a:bodyPr>
            <a:normAutofit/>
          </a:bodyPr>
          <a:lstStyle/>
          <a:p>
            <a:pPr marL="0" indent="0">
              <a:buNone/>
            </a:pPr>
            <a:r>
              <a:rPr lang="en-US" sz="3600" dirty="0" smtClean="0">
                <a:latin typeface="Calibri" panose="020F0502020204030204" pitchFamily="34" charset="0"/>
                <a:ea typeface="Calibri" panose="020F0502020204030204" pitchFamily="34" charset="0"/>
                <a:cs typeface="Iskoola Pota" panose="02010503010101010104" pitchFamily="2" charset="0"/>
              </a:rPr>
              <a:t>Shoring</a:t>
            </a:r>
            <a:r>
              <a:rPr lang="si-LK" sz="3600" dirty="0" smtClean="0">
                <a:latin typeface="Calibri" panose="020F0502020204030204" pitchFamily="34" charset="0"/>
                <a:ea typeface="Calibri" panose="020F0502020204030204" pitchFamily="34" charset="0"/>
              </a:rPr>
              <a:t> මෙහෙයුම්</a:t>
            </a:r>
            <a:endParaRPr lang="en-US" sz="3600" dirty="0" smtClean="0">
              <a:latin typeface="Calibri" panose="020F0502020204030204" pitchFamily="34" charset="0"/>
              <a:ea typeface="Calibri" panose="020F0502020204030204" pitchFamily="34" charset="0"/>
            </a:endParaRPr>
          </a:p>
          <a:p>
            <a:pPr marL="0" indent="0">
              <a:buNone/>
            </a:pPr>
            <a:r>
              <a:rPr lang="si-LK" sz="3600" dirty="0" smtClean="0">
                <a:latin typeface="Calibri" panose="020F0502020204030204" pitchFamily="34" charset="0"/>
                <a:ea typeface="Calibri" panose="020F0502020204030204" pitchFamily="34" charset="0"/>
              </a:rPr>
              <a:t>සුදුසු විකල්ප ක්‍රමය</a:t>
            </a:r>
          </a:p>
          <a:p>
            <a:pPr marL="0" indent="0">
              <a:buNone/>
            </a:pPr>
            <a:endParaRPr lang="si-LK" sz="2000" dirty="0" smtClean="0">
              <a:latin typeface="Calibri" panose="020F0502020204030204" pitchFamily="34" charset="0"/>
              <a:ea typeface="Calibri" panose="020F0502020204030204" pitchFamily="34" charset="0"/>
            </a:endParaRPr>
          </a:p>
          <a:p>
            <a:pPr indent="-3175" algn="just"/>
            <a:r>
              <a:rPr lang="si-LK" sz="2400" dirty="0">
                <a:latin typeface="Calibri" panose="020F0502020204030204" pitchFamily="34" charset="0"/>
                <a:ea typeface="Calibri" panose="020F0502020204030204" pitchFamily="34" charset="0"/>
              </a:rPr>
              <a:t>	</a:t>
            </a:r>
            <a:r>
              <a:rPr lang="si-LK" sz="2400" dirty="0" smtClean="0">
                <a:latin typeface="Calibri" panose="020F0502020204030204" pitchFamily="34" charset="0"/>
                <a:ea typeface="Calibri" panose="020F0502020204030204" pitchFamily="34" charset="0"/>
              </a:rPr>
              <a:t>මග හැරීම- බාධකයක් හෝ වට ආරක්ෂාවක් යොදන්න - අනතුරුදායක බව දැක්වීමට 	සලකුණු යොදන්න. සෑම පුද්ගලයකුම ආරක්ෂිත දුරකින් තබන්න.</a:t>
            </a:r>
          </a:p>
          <a:p>
            <a:pPr indent="347663" algn="just"/>
            <a:r>
              <a:rPr lang="si-LK" sz="2400" dirty="0">
                <a:latin typeface="Calibri" panose="020F0502020204030204" pitchFamily="34" charset="0"/>
                <a:ea typeface="Calibri" panose="020F0502020204030204" pitchFamily="34" charset="0"/>
              </a:rPr>
              <a:t>	</a:t>
            </a:r>
            <a:r>
              <a:rPr lang="si-LK" sz="2400" dirty="0" smtClean="0">
                <a:latin typeface="Calibri" panose="020F0502020204030204" pitchFamily="34" charset="0"/>
                <a:ea typeface="Calibri" panose="020F0502020204030204" pitchFamily="34" charset="0"/>
              </a:rPr>
              <a:t>ඉවත් කිරිම- හැකිනම් මගහරින්න -ඉහළ ඇති අපද්‍රව්‍ය පහළට දමන්න මේ සදහා </a:t>
            </a:r>
            <a:r>
              <a:rPr lang="en-US" sz="2400" dirty="0" smtClean="0">
                <a:latin typeface="Calibri" panose="020F0502020204030204" pitchFamily="34" charset="0"/>
                <a:ea typeface="Calibri" panose="020F0502020204030204" pitchFamily="34" charset="0"/>
              </a:rPr>
              <a:t>Wire </a:t>
            </a:r>
            <a:r>
              <a:rPr lang="si-LK" sz="2400" dirty="0" smtClean="0">
                <a:latin typeface="Calibri" panose="020F0502020204030204" pitchFamily="34" charset="0"/>
                <a:ea typeface="Calibri" panose="020F0502020204030204" pitchFamily="34" charset="0"/>
              </a:rPr>
              <a:t>	</a:t>
            </a:r>
            <a:r>
              <a:rPr lang="en-US" sz="2400" dirty="0" smtClean="0">
                <a:latin typeface="Calibri" panose="020F0502020204030204" pitchFamily="34" charset="0"/>
                <a:ea typeface="Calibri" panose="020F0502020204030204" pitchFamily="34" charset="0"/>
              </a:rPr>
              <a:t>Rope </a:t>
            </a:r>
            <a:r>
              <a:rPr lang="si-LK" sz="2400" dirty="0" smtClean="0">
                <a:latin typeface="Calibri" panose="020F0502020204030204" pitchFamily="34" charset="0"/>
                <a:ea typeface="Calibri" panose="020F0502020204030204" pitchFamily="34" charset="0"/>
              </a:rPr>
              <a:t>භාවිතා 	කරන්න. බර සහිත බහු කාර්ය උපකරණ භාවිතා කරන්න.</a:t>
            </a:r>
          </a:p>
          <a:p>
            <a:pPr indent="-3175" algn="just"/>
            <a:r>
              <a:rPr lang="si-LK" sz="2400" dirty="0" smtClean="0">
                <a:latin typeface="Calibri" panose="020F0502020204030204" pitchFamily="34" charset="0"/>
                <a:ea typeface="Calibri" panose="020F0502020204030204" pitchFamily="34" charset="0"/>
              </a:rPr>
              <a:t>	ආරක්ෂිත කිරිම - එම අපද්‍රව්‍ය ඉවත් කළ යුත්තේ ආරක්ෂිතව  මග හැරිම හෝ ඉවත් කිරිම 	කළ නොහැකි 	අවස්ථාවකයි. එවිට එම අනතුර සහ අපද්‍රව්‍ය ආරක්ෂිතව තබා ගත යුතුය. 	ආරක්ෂිත ස්ථානයක නියමිත දිග පළල අනුව </a:t>
            </a:r>
            <a:r>
              <a:rPr lang="en-US" sz="2400" dirty="0" smtClean="0">
                <a:latin typeface="Calibri" panose="020F0502020204030204" pitchFamily="34" charset="0"/>
                <a:ea typeface="Calibri" panose="020F0502020204030204" pitchFamily="34" charset="0"/>
              </a:rPr>
              <a:t>Shoring </a:t>
            </a:r>
            <a:r>
              <a:rPr lang="si-LK" sz="2400" dirty="0" smtClean="0">
                <a:latin typeface="Calibri" panose="020F0502020204030204" pitchFamily="34" charset="0"/>
                <a:ea typeface="Calibri" panose="020F0502020204030204" pitchFamily="34" charset="0"/>
              </a:rPr>
              <a:t>සාදාගන්න. ඉන්පසු බර ඇති 	ස්ථානයේ සවි කරන්න. පුද්ගලයින් අවම ප්‍රමාණයක් භාවිතා කරන්න.</a:t>
            </a:r>
          </a:p>
          <a:p>
            <a:pPr marL="0" indent="0">
              <a:buNone/>
            </a:pPr>
            <a:endParaRPr lang="si-LK" sz="5400" b="1" dirty="0">
              <a:latin typeface="Calibri" panose="020F0502020204030204" pitchFamily="34" charset="0"/>
            </a:endParaRPr>
          </a:p>
          <a:p>
            <a:pPr marL="0" indent="0">
              <a:buNone/>
            </a:pPr>
            <a:endParaRPr lang="si-LK" sz="3600" b="1" dirty="0"/>
          </a:p>
          <a:p>
            <a:pPr marL="0" indent="0" algn="ctr">
              <a:buNone/>
            </a:pPr>
            <a:endParaRPr lang="en-US" sz="3600" b="1" dirty="0" smtClean="0"/>
          </a:p>
          <a:p>
            <a:pPr marL="0" indent="0" algn="ctr">
              <a:buNone/>
            </a:pPr>
            <a:endParaRPr lang="si-LK" sz="3600" b="1" dirty="0" smtClean="0"/>
          </a:p>
          <a:p>
            <a:endParaRPr lang="si-LK" dirty="0"/>
          </a:p>
          <a:p>
            <a:endParaRPr lang="en-US" dirty="0"/>
          </a:p>
          <a:p>
            <a:endParaRPr lang="en-US" dirty="0"/>
          </a:p>
        </p:txBody>
      </p:sp>
    </p:spTree>
    <p:extLst>
      <p:ext uri="{BB962C8B-B14F-4D97-AF65-F5344CB8AC3E}">
        <p14:creationId xmlns:p14="http://schemas.microsoft.com/office/powerpoint/2010/main" val="349796431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6" name="Content Placeholder 2"/>
          <p:cNvSpPr>
            <a:spLocks noGrp="1"/>
          </p:cNvSpPr>
          <p:nvPr>
            <p:ph idx="1"/>
          </p:nvPr>
        </p:nvSpPr>
        <p:spPr>
          <a:xfrm>
            <a:off x="390069" y="740229"/>
            <a:ext cx="11158463" cy="5321904"/>
          </a:xfrm>
        </p:spPr>
        <p:txBody>
          <a:bodyPr>
            <a:normAutofit/>
          </a:bodyPr>
          <a:lstStyle/>
          <a:p>
            <a:pPr marL="0" indent="0">
              <a:buNone/>
            </a:pPr>
            <a:r>
              <a:rPr lang="si-LK" sz="3600" dirty="0" smtClean="0">
                <a:latin typeface="Calibri" panose="020F0502020204030204" pitchFamily="34" charset="0"/>
                <a:ea typeface="Calibri" panose="020F0502020204030204" pitchFamily="34" charset="0"/>
                <a:cs typeface="Iskoola Pota" panose="02010503010101010104" pitchFamily="2" charset="0"/>
              </a:rPr>
              <a:t>ප්‍රායෝගික </a:t>
            </a:r>
            <a:r>
              <a:rPr lang="en-US" sz="3600" dirty="0" smtClean="0">
                <a:latin typeface="Calibri" panose="020F0502020204030204" pitchFamily="34" charset="0"/>
                <a:ea typeface="Calibri" panose="020F0502020204030204" pitchFamily="34" charset="0"/>
                <a:cs typeface="Iskoola Pota" panose="02010503010101010104" pitchFamily="2" charset="0"/>
              </a:rPr>
              <a:t>Shoring</a:t>
            </a:r>
            <a:r>
              <a:rPr lang="si-LK" sz="3600" dirty="0" smtClean="0">
                <a:latin typeface="Calibri" panose="020F0502020204030204" pitchFamily="34" charset="0"/>
                <a:ea typeface="Calibri" panose="020F0502020204030204" pitchFamily="34" charset="0"/>
              </a:rPr>
              <a:t> මෙහෙයුම්</a:t>
            </a:r>
            <a:endParaRPr lang="en-US" sz="3600" dirty="0" smtClean="0">
              <a:latin typeface="Calibri" panose="020F0502020204030204" pitchFamily="34" charset="0"/>
              <a:ea typeface="Calibri" panose="020F0502020204030204" pitchFamily="34" charset="0"/>
            </a:endParaRPr>
          </a:p>
          <a:p>
            <a:pPr marL="0" indent="0">
              <a:buNone/>
            </a:pPr>
            <a:r>
              <a:rPr lang="si-LK" sz="3600" dirty="0" smtClean="0">
                <a:latin typeface="Calibri" panose="020F0502020204030204" pitchFamily="34" charset="0"/>
                <a:ea typeface="Calibri" panose="020F0502020204030204" pitchFamily="34" charset="0"/>
              </a:rPr>
              <a:t>කෙටි විස්තර කිරිම:</a:t>
            </a:r>
          </a:p>
          <a:p>
            <a:pPr marL="0" indent="0">
              <a:buNone/>
            </a:pPr>
            <a:endParaRPr lang="si-LK" sz="2000" dirty="0" smtClean="0">
              <a:latin typeface="Calibri" panose="020F0502020204030204" pitchFamily="34" charset="0"/>
              <a:ea typeface="Calibri" panose="020F0502020204030204" pitchFamily="34" charset="0"/>
            </a:endParaRPr>
          </a:p>
          <a:p>
            <a:pPr lvl="0" algn="just"/>
            <a:r>
              <a:rPr lang="si-LK" sz="2400" dirty="0"/>
              <a:t>ඔබේ උපදේශක/පුහුණුකරු ක්‍රියාකාරකම් අධීක්ෂණය කරනු ඇත</a:t>
            </a:r>
            <a:endParaRPr lang="en-US" sz="2400" dirty="0"/>
          </a:p>
          <a:p>
            <a:pPr lvl="0" algn="just"/>
            <a:r>
              <a:rPr lang="si-LK" sz="2400" dirty="0"/>
              <a:t>සහභාගිවන්නන් කණ්ඩායම් වලට බෙදා ඇත</a:t>
            </a:r>
            <a:endParaRPr lang="en-US" sz="2400" dirty="0"/>
          </a:p>
          <a:p>
            <a:pPr lvl="0" algn="just"/>
            <a:r>
              <a:rPr lang="si-LK" sz="2400" dirty="0"/>
              <a:t>සෑම කණ්ඩායමක්ම සරල </a:t>
            </a:r>
            <a:r>
              <a:rPr lang="en-US" sz="2400" dirty="0">
                <a:latin typeface="Calibri" panose="020F0502020204030204" pitchFamily="34" charset="0"/>
                <a:ea typeface="Calibri" panose="020F0502020204030204" pitchFamily="34" charset="0"/>
                <a:cs typeface="Iskoola Pota" panose="02010503010101010104" pitchFamily="2" charset="0"/>
              </a:rPr>
              <a:t>Shoring </a:t>
            </a:r>
            <a:r>
              <a:rPr lang="si-LK" sz="2400" dirty="0" smtClean="0">
                <a:latin typeface="Calibri" panose="020F0502020204030204" pitchFamily="34" charset="0"/>
                <a:ea typeface="Calibri" panose="020F0502020204030204" pitchFamily="34" charset="0"/>
                <a:cs typeface="Iskoola Pota" panose="02010503010101010104" pitchFamily="2" charset="0"/>
              </a:rPr>
              <a:t>කොටසක් </a:t>
            </a:r>
            <a:r>
              <a:rPr lang="si-LK" sz="2400" dirty="0" smtClean="0"/>
              <a:t>ග</a:t>
            </a:r>
            <a:r>
              <a:rPr lang="si-LK" sz="2400" dirty="0"/>
              <a:t>ොඩනඟන්නේ කෙසේදැයි පෙන්වනු ඇත</a:t>
            </a:r>
            <a:endParaRPr lang="en-US" sz="2400" dirty="0"/>
          </a:p>
          <a:p>
            <a:pPr lvl="0" algn="just"/>
            <a:r>
              <a:rPr lang="si-LK" sz="2400" dirty="0"/>
              <a:t>වෙරළ</a:t>
            </a:r>
            <a:endParaRPr lang="en-US" sz="2400" dirty="0"/>
          </a:p>
          <a:p>
            <a:pPr lvl="0" algn="just"/>
            <a:r>
              <a:rPr lang="si-LK" sz="2400" dirty="0"/>
              <a:t>සෑම කණ්ඩායමක්ම සරල </a:t>
            </a:r>
            <a:r>
              <a:rPr lang="en-US" sz="2400" dirty="0">
                <a:latin typeface="Calibri" panose="020F0502020204030204" pitchFamily="34" charset="0"/>
                <a:ea typeface="Calibri" panose="020F0502020204030204" pitchFamily="34" charset="0"/>
                <a:cs typeface="Iskoola Pota" panose="02010503010101010104" pitchFamily="2" charset="0"/>
              </a:rPr>
              <a:t>Shoring </a:t>
            </a:r>
            <a:r>
              <a:rPr lang="si-LK" sz="2400" dirty="0" smtClean="0"/>
              <a:t>ව</a:t>
            </a:r>
            <a:r>
              <a:rPr lang="si-LK" sz="2400" dirty="0"/>
              <a:t>ෙරළක් ගොඩනඟා බර පැටවීම සඳහා එය ඇතුල් කිරීමට පුරුදු වනු ඇත</a:t>
            </a:r>
            <a:endParaRPr lang="en-US" sz="2400" dirty="0"/>
          </a:p>
          <a:p>
            <a:pPr marL="225425" indent="0" algn="just">
              <a:buNone/>
            </a:pPr>
            <a:r>
              <a:rPr lang="si-LK" sz="2000" dirty="0">
                <a:latin typeface="Calibri" panose="020F0502020204030204" pitchFamily="34" charset="0"/>
                <a:ea typeface="Calibri" panose="020F0502020204030204" pitchFamily="34" charset="0"/>
              </a:rPr>
              <a:t>	</a:t>
            </a:r>
            <a:endParaRPr lang="si-LK" sz="5400" b="1" dirty="0">
              <a:latin typeface="Calibri" panose="020F0502020204030204" pitchFamily="34" charset="0"/>
            </a:endParaRPr>
          </a:p>
          <a:p>
            <a:pPr marL="0" indent="0">
              <a:buNone/>
            </a:pPr>
            <a:endParaRPr lang="si-LK" sz="3600" b="1" dirty="0"/>
          </a:p>
          <a:p>
            <a:pPr marL="0" indent="0" algn="ctr">
              <a:buNone/>
            </a:pPr>
            <a:endParaRPr lang="en-US" sz="3600" b="1" dirty="0" smtClean="0"/>
          </a:p>
          <a:p>
            <a:pPr marL="0" indent="0" algn="ctr">
              <a:buNone/>
            </a:pPr>
            <a:endParaRPr lang="si-LK" sz="3600" b="1" dirty="0" smtClean="0"/>
          </a:p>
          <a:p>
            <a:endParaRPr lang="si-LK" dirty="0"/>
          </a:p>
          <a:p>
            <a:endParaRPr lang="en-US" dirty="0"/>
          </a:p>
          <a:p>
            <a:endParaRPr lang="en-US" dirty="0"/>
          </a:p>
        </p:txBody>
      </p:sp>
    </p:spTree>
    <p:extLst>
      <p:ext uri="{BB962C8B-B14F-4D97-AF65-F5344CB8AC3E}">
        <p14:creationId xmlns:p14="http://schemas.microsoft.com/office/powerpoint/2010/main" val="45988937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981200" y="3048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lstStyle>
            <a:lvl1pPr marL="382588" indent="-3429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fontAlgn="base">
              <a:spcBef>
                <a:spcPts val="800"/>
              </a:spcBef>
              <a:spcAft>
                <a:spcPct val="0"/>
              </a:spcAft>
              <a:buClr>
                <a:srgbClr val="FFFFFF"/>
              </a:buClr>
              <a:buSzPct val="100000"/>
            </a:pPr>
            <a:endParaRPr lang="en-US" sz="4000">
              <a:solidFill>
                <a:srgbClr val="056CB6"/>
              </a:solidFill>
              <a:latin typeface="Arial" panose="020B0604020202020204" pitchFamily="34" charset="0"/>
              <a:sym typeface="Times" panose="02020603050405020304" pitchFamily="18" charset="0"/>
            </a:endParaRPr>
          </a:p>
        </p:txBody>
      </p:sp>
      <p:sp>
        <p:nvSpPr>
          <p:cNvPr id="13315" name="TextBox 1"/>
          <p:cNvSpPr txBox="1">
            <a:spLocks noChangeArrowheads="1"/>
          </p:cNvSpPr>
          <p:nvPr/>
        </p:nvSpPr>
        <p:spPr bwMode="auto">
          <a:xfrm>
            <a:off x="2133600" y="609601"/>
            <a:ext cx="8229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endParaRPr lang="en-US">
              <a:solidFill>
                <a:srgbClr val="000000"/>
              </a:solidFill>
            </a:endParaRPr>
          </a:p>
        </p:txBody>
      </p:sp>
      <p:pic>
        <p:nvPicPr>
          <p:cNvPr id="13316" name="Picture 1" descr="background.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524000"/>
            <a:ext cx="8763000" cy="299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TextBox 2"/>
          <p:cNvSpPr txBox="1">
            <a:spLocks noChangeArrowheads="1"/>
          </p:cNvSpPr>
          <p:nvPr/>
        </p:nvSpPr>
        <p:spPr bwMode="auto">
          <a:xfrm>
            <a:off x="3276600" y="2592388"/>
            <a:ext cx="28194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4400">
                <a:solidFill>
                  <a:srgbClr val="FFFFFF"/>
                </a:solidFill>
                <a:latin typeface="Avenir Medium" charset="0"/>
              </a:rPr>
              <a:t>Questions</a:t>
            </a:r>
          </a:p>
        </p:txBody>
      </p:sp>
      <p:sp>
        <p:nvSpPr>
          <p:cNvPr id="13318" name="TextBox 4"/>
          <p:cNvSpPr txBox="1">
            <a:spLocks noChangeArrowheads="1"/>
          </p:cNvSpPr>
          <p:nvPr/>
        </p:nvSpPr>
        <p:spPr bwMode="auto">
          <a:xfrm rot="-5400000">
            <a:off x="5450682" y="3358357"/>
            <a:ext cx="17526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800">
                <a:solidFill>
                  <a:srgbClr val="FFFFFF"/>
                </a:solidFill>
                <a:latin typeface="Avenir Medium" charset="0"/>
              </a:rPr>
              <a:t>Cuestión</a:t>
            </a:r>
          </a:p>
        </p:txBody>
      </p:sp>
      <p:sp>
        <p:nvSpPr>
          <p:cNvPr id="13319" name="Rectangle 6"/>
          <p:cNvSpPr>
            <a:spLocks noChangeArrowheads="1"/>
          </p:cNvSpPr>
          <p:nvPr/>
        </p:nvSpPr>
        <p:spPr bwMode="auto">
          <a:xfrm>
            <a:off x="7086600" y="1676401"/>
            <a:ext cx="17986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La question</a:t>
            </a:r>
          </a:p>
        </p:txBody>
      </p:sp>
      <p:sp>
        <p:nvSpPr>
          <p:cNvPr id="13320" name="Rectangle 7"/>
          <p:cNvSpPr>
            <a:spLocks noChangeArrowheads="1"/>
          </p:cNvSpPr>
          <p:nvPr/>
        </p:nvSpPr>
        <p:spPr bwMode="auto">
          <a:xfrm>
            <a:off x="7086600" y="2582864"/>
            <a:ext cx="137569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ar-SA" sz="4400">
                <a:solidFill>
                  <a:srgbClr val="FFFFFF"/>
                </a:solidFill>
              </a:rPr>
              <a:t>الأسئلة</a:t>
            </a:r>
            <a:endParaRPr lang="en-US" sz="4400">
              <a:solidFill>
                <a:srgbClr val="FFFFFF"/>
              </a:solidFill>
            </a:endParaRPr>
          </a:p>
        </p:txBody>
      </p:sp>
      <p:sp>
        <p:nvSpPr>
          <p:cNvPr id="13321" name="Rectangle 8"/>
          <p:cNvSpPr>
            <a:spLocks noChangeArrowheads="1"/>
          </p:cNvSpPr>
          <p:nvPr/>
        </p:nvSpPr>
        <p:spPr bwMode="auto">
          <a:xfrm>
            <a:off x="1905001" y="3200401"/>
            <a:ext cx="1801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bg-BG" sz="3600">
                <a:solidFill>
                  <a:srgbClr val="FFFFFF"/>
                </a:solidFill>
              </a:rPr>
              <a:t>въпроси</a:t>
            </a:r>
            <a:endParaRPr lang="en-US" sz="3600">
              <a:solidFill>
                <a:srgbClr val="FFFFFF"/>
              </a:solidFill>
            </a:endParaRPr>
          </a:p>
        </p:txBody>
      </p:sp>
      <p:sp>
        <p:nvSpPr>
          <p:cNvPr id="13322" name="Rectangle 9"/>
          <p:cNvSpPr>
            <a:spLocks noChangeArrowheads="1"/>
          </p:cNvSpPr>
          <p:nvPr/>
        </p:nvSpPr>
        <p:spPr bwMode="auto">
          <a:xfrm>
            <a:off x="5334001" y="1676401"/>
            <a:ext cx="11080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zh-TW" altLang="en-US" sz="3600">
                <a:solidFill>
                  <a:srgbClr val="FFFFFF"/>
                </a:solidFill>
              </a:rPr>
              <a:t>问题</a:t>
            </a:r>
            <a:endParaRPr lang="en-US" sz="3600">
              <a:solidFill>
                <a:srgbClr val="FFFFFF"/>
              </a:solidFill>
            </a:endParaRPr>
          </a:p>
        </p:txBody>
      </p:sp>
      <p:sp>
        <p:nvSpPr>
          <p:cNvPr id="13323" name="Rectangle 10"/>
          <p:cNvSpPr>
            <a:spLocks noChangeArrowheads="1"/>
          </p:cNvSpPr>
          <p:nvPr/>
        </p:nvSpPr>
        <p:spPr bwMode="auto">
          <a:xfrm>
            <a:off x="5029201" y="3429001"/>
            <a:ext cx="10969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otázky</a:t>
            </a:r>
          </a:p>
        </p:txBody>
      </p:sp>
      <p:sp>
        <p:nvSpPr>
          <p:cNvPr id="13324" name="Rectangle 11"/>
          <p:cNvSpPr>
            <a:spLocks noChangeArrowheads="1"/>
          </p:cNvSpPr>
          <p:nvPr/>
        </p:nvSpPr>
        <p:spPr bwMode="auto">
          <a:xfrm>
            <a:off x="6826250" y="3886201"/>
            <a:ext cx="1860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800">
                <a:solidFill>
                  <a:srgbClr val="FFFFFF"/>
                </a:solidFill>
                <a:latin typeface="Avenir Medium" charset="0"/>
              </a:rPr>
              <a:t>spørgsmål</a:t>
            </a:r>
          </a:p>
        </p:txBody>
      </p:sp>
      <p:sp>
        <p:nvSpPr>
          <p:cNvPr id="13325" name="Rectangle 12"/>
          <p:cNvSpPr>
            <a:spLocks noChangeArrowheads="1"/>
          </p:cNvSpPr>
          <p:nvPr/>
        </p:nvSpPr>
        <p:spPr bwMode="auto">
          <a:xfrm rot="-5400000">
            <a:off x="2151856" y="2267744"/>
            <a:ext cx="14620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3200">
                <a:solidFill>
                  <a:srgbClr val="FFFFFF"/>
                </a:solidFill>
                <a:latin typeface="Avenir Medium" charset="0"/>
              </a:rPr>
              <a:t>vragen</a:t>
            </a:r>
          </a:p>
        </p:txBody>
      </p:sp>
      <p:sp>
        <p:nvSpPr>
          <p:cNvPr id="13326" name="Rectangle 13"/>
          <p:cNvSpPr>
            <a:spLocks noChangeArrowheads="1"/>
          </p:cNvSpPr>
          <p:nvPr/>
        </p:nvSpPr>
        <p:spPr bwMode="auto">
          <a:xfrm>
            <a:off x="4267201" y="3962401"/>
            <a:ext cx="16557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küsimused</a:t>
            </a:r>
          </a:p>
        </p:txBody>
      </p:sp>
      <p:sp>
        <p:nvSpPr>
          <p:cNvPr id="13327" name="Rectangle 14"/>
          <p:cNvSpPr>
            <a:spLocks noChangeArrowheads="1"/>
          </p:cNvSpPr>
          <p:nvPr/>
        </p:nvSpPr>
        <p:spPr bwMode="auto">
          <a:xfrm>
            <a:off x="7086600" y="2209801"/>
            <a:ext cx="1785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kysymykset</a:t>
            </a:r>
          </a:p>
        </p:txBody>
      </p:sp>
      <p:sp>
        <p:nvSpPr>
          <p:cNvPr id="13328" name="Rectangle 15"/>
          <p:cNvSpPr>
            <a:spLocks noChangeArrowheads="1"/>
          </p:cNvSpPr>
          <p:nvPr/>
        </p:nvSpPr>
        <p:spPr bwMode="auto">
          <a:xfrm rot="-5400000">
            <a:off x="1476376" y="2201863"/>
            <a:ext cx="16557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3600">
                <a:solidFill>
                  <a:srgbClr val="FFFFFF"/>
                </a:solidFill>
                <a:latin typeface="Avenir Medium" charset="0"/>
              </a:rPr>
              <a:t>Fragen</a:t>
            </a:r>
          </a:p>
        </p:txBody>
      </p:sp>
      <p:sp>
        <p:nvSpPr>
          <p:cNvPr id="13329" name="Rectangle 16"/>
          <p:cNvSpPr>
            <a:spLocks noChangeArrowheads="1"/>
          </p:cNvSpPr>
          <p:nvPr/>
        </p:nvSpPr>
        <p:spPr bwMode="auto">
          <a:xfrm>
            <a:off x="5410200" y="2667001"/>
            <a:ext cx="76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rPr>
              <a:t> </a:t>
            </a:r>
          </a:p>
        </p:txBody>
      </p:sp>
      <p:sp>
        <p:nvSpPr>
          <p:cNvPr id="13330" name="Rectangle 18"/>
          <p:cNvSpPr>
            <a:spLocks noChangeArrowheads="1"/>
          </p:cNvSpPr>
          <p:nvPr/>
        </p:nvSpPr>
        <p:spPr bwMode="auto">
          <a:xfrm>
            <a:off x="3276601" y="2133601"/>
            <a:ext cx="20617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rPr>
              <a:t>सवालों के जवाब</a:t>
            </a:r>
          </a:p>
        </p:txBody>
      </p:sp>
      <p:sp>
        <p:nvSpPr>
          <p:cNvPr id="13331" name="Rectangle 19"/>
          <p:cNvSpPr>
            <a:spLocks noChangeArrowheads="1"/>
          </p:cNvSpPr>
          <p:nvPr/>
        </p:nvSpPr>
        <p:spPr bwMode="auto">
          <a:xfrm>
            <a:off x="1752600" y="3886200"/>
            <a:ext cx="2266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3200">
                <a:solidFill>
                  <a:srgbClr val="FFFFFF"/>
                </a:solidFill>
                <a:latin typeface="Avenir Medium" charset="0"/>
              </a:rPr>
              <a:t>pertanyaan</a:t>
            </a:r>
          </a:p>
        </p:txBody>
      </p:sp>
      <p:sp>
        <p:nvSpPr>
          <p:cNvPr id="13332" name="Rectangle 20"/>
          <p:cNvSpPr>
            <a:spLocks noChangeArrowheads="1"/>
          </p:cNvSpPr>
          <p:nvPr/>
        </p:nvSpPr>
        <p:spPr bwMode="auto">
          <a:xfrm rot="-5400000">
            <a:off x="5919788" y="2279651"/>
            <a:ext cx="17287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800">
                <a:solidFill>
                  <a:srgbClr val="FFFFFF"/>
                </a:solidFill>
                <a:latin typeface="Avenir Medium" charset="0"/>
              </a:rPr>
              <a:t>domande</a:t>
            </a:r>
          </a:p>
        </p:txBody>
      </p:sp>
      <p:sp>
        <p:nvSpPr>
          <p:cNvPr id="13333" name="Rectangle 21"/>
          <p:cNvSpPr>
            <a:spLocks noChangeArrowheads="1"/>
          </p:cNvSpPr>
          <p:nvPr/>
        </p:nvSpPr>
        <p:spPr bwMode="auto">
          <a:xfrm>
            <a:off x="3886200" y="3352800"/>
            <a:ext cx="1004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ja-JP" altLang="en-US" sz="3200">
                <a:solidFill>
                  <a:srgbClr val="FFFFFF"/>
                </a:solidFill>
              </a:rPr>
              <a:t>質問</a:t>
            </a:r>
            <a:endParaRPr lang="en-US" sz="3200">
              <a:solidFill>
                <a:srgbClr val="FFFFFF"/>
              </a:solidFill>
            </a:endParaRPr>
          </a:p>
        </p:txBody>
      </p:sp>
      <p:sp>
        <p:nvSpPr>
          <p:cNvPr id="13334" name="Rectangle 22"/>
          <p:cNvSpPr>
            <a:spLocks noChangeArrowheads="1"/>
          </p:cNvSpPr>
          <p:nvPr/>
        </p:nvSpPr>
        <p:spPr bwMode="auto">
          <a:xfrm>
            <a:off x="5105401" y="2286001"/>
            <a:ext cx="1592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perguntas</a:t>
            </a:r>
          </a:p>
        </p:txBody>
      </p:sp>
      <p:sp>
        <p:nvSpPr>
          <p:cNvPr id="13335" name="Rectangle 23"/>
          <p:cNvSpPr>
            <a:spLocks noChangeArrowheads="1"/>
          </p:cNvSpPr>
          <p:nvPr/>
        </p:nvSpPr>
        <p:spPr bwMode="auto">
          <a:xfrm>
            <a:off x="3654426" y="1600201"/>
            <a:ext cx="13989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Times" panose="02020603050405020304" pitchFamily="18" charset="0"/>
              </a:rPr>
              <a:t>вопросов</a:t>
            </a:r>
          </a:p>
        </p:txBody>
      </p:sp>
      <p:sp>
        <p:nvSpPr>
          <p:cNvPr id="13336" name="Rectangle 24"/>
          <p:cNvSpPr>
            <a:spLocks noChangeArrowheads="1"/>
          </p:cNvSpPr>
          <p:nvPr/>
        </p:nvSpPr>
        <p:spPr bwMode="auto">
          <a:xfrm>
            <a:off x="7162800" y="3360738"/>
            <a:ext cx="11366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sorular</a:t>
            </a:r>
          </a:p>
        </p:txBody>
      </p:sp>
      <p:sp>
        <p:nvSpPr>
          <p:cNvPr id="13337" name="TextBox 25"/>
          <p:cNvSpPr txBox="1">
            <a:spLocks noChangeArrowheads="1"/>
          </p:cNvSpPr>
          <p:nvPr/>
        </p:nvSpPr>
        <p:spPr bwMode="auto">
          <a:xfrm>
            <a:off x="8991600" y="1371601"/>
            <a:ext cx="1524000"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19900">
                <a:solidFill>
                  <a:srgbClr val="FFFFFF"/>
                </a:solidFill>
                <a:latin typeface="Avenir Medium" charset="0"/>
              </a:rPr>
              <a:t>?</a:t>
            </a:r>
          </a:p>
        </p:txBody>
      </p:sp>
    </p:spTree>
    <p:extLst>
      <p:ext uri="{BB962C8B-B14F-4D97-AF65-F5344CB8AC3E}">
        <p14:creationId xmlns:p14="http://schemas.microsoft.com/office/powerpoint/2010/main" val="631109790"/>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1"/>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hangingPunct="1"/>
            <a:fld id="{207FAFF6-E146-4F48-809E-3DA26EEA4871}" type="slidenum">
              <a:rPr lang="en-US" sz="1400">
                <a:latin typeface="Times" panose="02020603050405020304" pitchFamily="18" charset="0"/>
                <a:sym typeface="Times" panose="02020603050405020304" pitchFamily="18" charset="0"/>
              </a:rPr>
              <a:pPr eaLnBrk="1" hangingPunct="1"/>
              <a:t>21</a:t>
            </a:fld>
            <a:endParaRPr lang="en-US" sz="1400">
              <a:latin typeface="Times" panose="02020603050405020304" pitchFamily="18" charset="0"/>
              <a:sym typeface="Times" panose="02020603050405020304" pitchFamily="18" charset="0"/>
            </a:endParaRPr>
          </a:p>
        </p:txBody>
      </p:sp>
    </p:spTree>
    <p:extLst>
      <p:ext uri="{BB962C8B-B14F-4D97-AF65-F5344CB8AC3E}">
        <p14:creationId xmlns:p14="http://schemas.microsoft.com/office/powerpoint/2010/main" val="626447165"/>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62416"/>
            <a:ext cx="10515600" cy="1325563"/>
          </a:xfrm>
        </p:spPr>
        <p:txBody>
          <a:bodyPr/>
          <a:lstStyle/>
          <a:p>
            <a:r>
              <a:rPr lang="si-LK" dirty="0" smtClean="0"/>
              <a:t>පළමු ප්‍රතිචාර පුහුණූ වැඩසටහන</a:t>
            </a:r>
            <a:endParaRPr lang="en-US" dirty="0"/>
          </a:p>
        </p:txBody>
      </p:sp>
      <p:pic>
        <p:nvPicPr>
          <p:cNvPr id="6" name="Picture 5"/>
          <p:cNvPicPr>
            <a:picLocks noChangeAspect="1"/>
          </p:cNvPicPr>
          <p:nvPr/>
        </p:nvPicPr>
        <p:blipFill rotWithShape="1">
          <a:blip r:embed="rId2"/>
          <a:srcRect l="28796" t="18296" r="53241" b="76370"/>
          <a:stretch/>
        </p:blipFill>
        <p:spPr>
          <a:xfrm>
            <a:off x="390070" y="136524"/>
            <a:ext cx="3115130" cy="681037"/>
          </a:xfrm>
          <a:prstGeom prst="rect">
            <a:avLst/>
          </a:prstGeom>
        </p:spPr>
      </p:pic>
      <p:pic>
        <p:nvPicPr>
          <p:cNvPr id="7" name="Picture 6"/>
          <p:cNvPicPr>
            <a:picLocks noChangeAspect="1"/>
          </p:cNvPicPr>
          <p:nvPr/>
        </p:nvPicPr>
        <p:blipFill rotWithShape="1">
          <a:blip r:embed="rId2"/>
          <a:srcRect l="78461" t="79333" r="13981" b="13852"/>
          <a:stretch/>
        </p:blipFill>
        <p:spPr>
          <a:xfrm>
            <a:off x="10451005" y="136525"/>
            <a:ext cx="1577709" cy="681037"/>
          </a:xfrm>
          <a:prstGeom prst="rect">
            <a:avLst/>
          </a:prstGeom>
        </p:spPr>
      </p:pic>
      <p:sp>
        <p:nvSpPr>
          <p:cNvPr id="8" name="Rectangle 7"/>
          <p:cNvSpPr/>
          <p:nvPr/>
        </p:nvSpPr>
        <p:spPr>
          <a:xfrm>
            <a:off x="261257" y="4368007"/>
            <a:ext cx="11669486" cy="24272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pic>
        <p:nvPicPr>
          <p:cNvPr id="9" name="Picture 8"/>
          <p:cNvPicPr>
            <a:picLocks noChangeAspect="1"/>
          </p:cNvPicPr>
          <p:nvPr/>
        </p:nvPicPr>
        <p:blipFill rotWithShape="1">
          <a:blip r:embed="rId2"/>
          <a:srcRect l="28981" t="79333" r="56370" b="13852"/>
          <a:stretch/>
        </p:blipFill>
        <p:spPr>
          <a:xfrm>
            <a:off x="675666" y="5338764"/>
            <a:ext cx="3058134" cy="681037"/>
          </a:xfrm>
          <a:prstGeom prst="rect">
            <a:avLst/>
          </a:prstGeom>
        </p:spPr>
      </p:pic>
      <p:sp>
        <p:nvSpPr>
          <p:cNvPr id="5" name="Rectangle 4"/>
          <p:cNvSpPr/>
          <p:nvPr/>
        </p:nvSpPr>
        <p:spPr>
          <a:xfrm>
            <a:off x="838200" y="1910749"/>
            <a:ext cx="8218714" cy="1680588"/>
          </a:xfrm>
          <a:prstGeom prst="rect">
            <a:avLst/>
          </a:prstGeom>
        </p:spPr>
        <p:txBody>
          <a:bodyPr wrap="square">
            <a:spAutoFit/>
          </a:bodyPr>
          <a:lstStyle/>
          <a:p>
            <a:pPr>
              <a:lnSpc>
                <a:spcPct val="107000"/>
              </a:lnSpc>
              <a:spcAft>
                <a:spcPts val="800"/>
              </a:spcAft>
            </a:pPr>
            <a:r>
              <a:rPr lang="si-LK" sz="2800" dirty="0" smtClean="0">
                <a:latin typeface="Calibri" panose="020F0502020204030204" pitchFamily="34" charset="0"/>
                <a:ea typeface="Calibri" panose="020F0502020204030204" pitchFamily="34" charset="0"/>
              </a:rPr>
              <a:t>ම</a:t>
            </a:r>
            <a:r>
              <a:rPr lang="si-LK" sz="2800" dirty="0">
                <a:latin typeface="Calibri" panose="020F0502020204030204" pitchFamily="34" charset="0"/>
                <a:ea typeface="Calibri" panose="020F0502020204030204" pitchFamily="34" charset="0"/>
              </a:rPr>
              <a:t>ොඩියු</a:t>
            </a:r>
            <a:r>
              <a:rPr lang="si-LK" sz="2800" dirty="0" smtClean="0">
                <a:latin typeface="Calibri" panose="020F0502020204030204" pitchFamily="34" charset="0"/>
                <a:ea typeface="Calibri" panose="020F0502020204030204" pitchFamily="34" charset="0"/>
              </a:rPr>
              <a:t>ල	</a:t>
            </a:r>
            <a:r>
              <a:rPr lang="si-LK" sz="2800" dirty="0">
                <a:latin typeface="Calibri" panose="020F0502020204030204" pitchFamily="34" charset="0"/>
                <a:ea typeface="Calibri" panose="020F0502020204030204" pitchFamily="34" charset="0"/>
                <a:cs typeface="Iskoola Pota" panose="02010503010101010104" pitchFamily="2" charset="0"/>
              </a:rPr>
              <a:t>5</a:t>
            </a:r>
            <a:r>
              <a:rPr lang="en-US" sz="2800" dirty="0" smtClean="0">
                <a:latin typeface="Calibri" panose="020F0502020204030204" pitchFamily="34" charset="0"/>
                <a:ea typeface="Calibri" panose="020F0502020204030204" pitchFamily="34" charset="0"/>
                <a:cs typeface="Iskoola Pota" panose="02010503010101010104" pitchFamily="2" charset="0"/>
              </a:rPr>
              <a:t>:</a:t>
            </a:r>
            <a:r>
              <a:rPr lang="si-LK" sz="2800" dirty="0" smtClean="0">
                <a:latin typeface="Calibri" panose="020F0502020204030204" pitchFamily="34" charset="0"/>
                <a:ea typeface="Calibri" panose="020F0502020204030204" pitchFamily="34" charset="0"/>
                <a:cs typeface="Iskoola Pota" panose="02010503010101010104" pitchFamily="2" charset="0"/>
              </a:rPr>
              <a:t> ගලවා ගැනීමේ මොඩියුලය</a:t>
            </a:r>
          </a:p>
          <a:p>
            <a:pPr>
              <a:lnSpc>
                <a:spcPct val="107000"/>
              </a:lnSpc>
              <a:spcAft>
                <a:spcPts val="800"/>
              </a:spcAft>
            </a:pPr>
            <a:r>
              <a:rPr lang="si-LK" sz="2800" dirty="0" smtClean="0">
                <a:latin typeface="Calibri" panose="020F0502020204030204" pitchFamily="34" charset="0"/>
                <a:ea typeface="Calibri" panose="020F0502020204030204" pitchFamily="34" charset="0"/>
                <a:cs typeface="Iskoola Pota" panose="02010503010101010104" pitchFamily="2" charset="0"/>
              </a:rPr>
              <a:t>සැසිය		5.3 - පාඩම් සැලැස්ම</a:t>
            </a:r>
          </a:p>
          <a:p>
            <a:pPr>
              <a:lnSpc>
                <a:spcPct val="107000"/>
              </a:lnSpc>
              <a:spcAft>
                <a:spcPts val="800"/>
              </a:spcAft>
            </a:pPr>
            <a:r>
              <a:rPr lang="si-LK" sz="2800" dirty="0" smtClean="0">
                <a:latin typeface="Calibri" panose="020F0502020204030204" pitchFamily="34" charset="0"/>
                <a:ea typeface="Calibri" panose="020F0502020204030204" pitchFamily="34" charset="0"/>
                <a:cs typeface="Iskoola Pota" panose="02010503010101010104" pitchFamily="2" charset="0"/>
              </a:rPr>
              <a:t>එසවීම සහ චලනය කිරිමේ මෙහෙයුම්</a:t>
            </a:r>
            <a:endParaRPr lang="en-US" sz="2800" dirty="0">
              <a:latin typeface="Calibri" panose="020F0502020204030204" pitchFamily="34" charset="0"/>
              <a:ea typeface="Calibri" panose="020F0502020204030204" pitchFamily="34" charset="0"/>
              <a:cs typeface="Iskoola Pota" panose="02010503010101010104" pitchFamily="2" charset="0"/>
            </a:endParaRPr>
          </a:p>
        </p:txBody>
      </p:sp>
      <p:sp>
        <p:nvSpPr>
          <p:cNvPr id="10" name="TextBox 9"/>
          <p:cNvSpPr txBox="1"/>
          <p:nvPr/>
        </p:nvSpPr>
        <p:spPr>
          <a:xfrm>
            <a:off x="6781799" y="4681526"/>
            <a:ext cx="4680857" cy="1754326"/>
          </a:xfrm>
          <a:prstGeom prst="rect">
            <a:avLst/>
          </a:prstGeom>
          <a:noFill/>
          <a:ln>
            <a:noFill/>
          </a:ln>
        </p:spPr>
        <p:txBody>
          <a:bodyPr wrap="square" rtlCol="0">
            <a:spAutoFit/>
          </a:bodyPr>
          <a:lstStyle/>
          <a:p>
            <a:pPr algn="just"/>
            <a:r>
              <a:rPr lang="si-LK" dirty="0" smtClean="0"/>
              <a:t>පළමුව ප්‍රතිචාර දැක්වීමේ පුහුණු වැඩසටහන </a:t>
            </a:r>
            <a:r>
              <a:rPr lang="en-US" dirty="0" smtClean="0"/>
              <a:t>INSARAG </a:t>
            </a:r>
            <a:r>
              <a:rPr lang="si-LK" dirty="0" smtClean="0"/>
              <a:t>පුහුණුව ක්‍රියාකාරී කණ්ඩායම විසින් සංවර්නය කරන ලද</a:t>
            </a:r>
            <a:r>
              <a:rPr lang="si-LK" dirty="0"/>
              <a:t> </a:t>
            </a:r>
            <a:r>
              <a:rPr lang="si-LK" dirty="0" smtClean="0"/>
              <a:t>අතර ගලවා ගැනීමේ හැකියාව වර්ධනය කිරිමට සහ ජිවිත බේරා ගැනිමට සියලුම රටවලට සහ ප්‍රතිචාර දක්වන උපකාර කිරිමට අදහස් කෙරේ.</a:t>
            </a:r>
          </a:p>
        </p:txBody>
      </p:sp>
    </p:spTree>
    <p:extLst>
      <p:ext uri="{BB962C8B-B14F-4D97-AF65-F5344CB8AC3E}">
        <p14:creationId xmlns:p14="http://schemas.microsoft.com/office/powerpoint/2010/main" val="12566138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698373627"/>
              </p:ext>
            </p:extLst>
          </p:nvPr>
        </p:nvGraphicFramePr>
        <p:xfrm>
          <a:off x="92834" y="-104172"/>
          <a:ext cx="11786054" cy="2576767"/>
        </p:xfrm>
        <a:graphic>
          <a:graphicData uri="http://schemas.openxmlformats.org/drawingml/2006/table">
            <a:tbl>
              <a:tblPr firstRow="1" firstCol="1" bandRow="1"/>
              <a:tblGrid>
                <a:gridCol w="3927844"/>
                <a:gridCol w="3929105"/>
                <a:gridCol w="3929105"/>
              </a:tblGrid>
              <a:tr h="216062">
                <a:tc>
                  <a:txBody>
                    <a:bodyPr/>
                    <a:lstStyle/>
                    <a:p>
                      <a:pPr marL="0" marR="0">
                        <a:lnSpc>
                          <a:spcPct val="107000"/>
                        </a:lnSpc>
                        <a:spcBef>
                          <a:spcPts val="0"/>
                        </a:spcBef>
                        <a:spcAft>
                          <a:spcPts val="0"/>
                        </a:spcAft>
                      </a:pP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ඉලක්කය</a:t>
                      </a:r>
                      <a:r>
                        <a:rPr lang="en-US" sz="1400" dirty="0" smtClean="0">
                          <a:effectLst/>
                          <a:latin typeface="Calibri" panose="020F0502020204030204" pitchFamily="34" charset="0"/>
                          <a:ea typeface="Calibri" panose="020F0502020204030204" pitchFamily="34" charset="0"/>
                          <a:cs typeface="Iskoola Pota" panose="02010503010101010104" pitchFamily="2" charset="0"/>
                        </a:rPr>
                        <a:t> </a:t>
                      </a:r>
                      <a:r>
                        <a:rPr lang="en-US" sz="1400" dirty="0">
                          <a:effectLst/>
                          <a:latin typeface="Calibri" panose="020F0502020204030204" pitchFamily="34" charset="0"/>
                          <a:ea typeface="Calibri" panose="020F0502020204030204" pitchFamily="34" charset="0"/>
                          <a:cs typeface="Iskoola Pota" panose="02010503010101010104" pitchFamily="2" charset="0"/>
                        </a:rPr>
                        <a:t>(Aims)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අරමුණු</a:t>
                      </a:r>
                      <a:r>
                        <a:rPr lang="en-US" sz="1400" dirty="0">
                          <a:effectLst/>
                          <a:latin typeface="Calibri" panose="020F0502020204030204" pitchFamily="34" charset="0"/>
                          <a:ea typeface="Calibri" panose="020F0502020204030204" pitchFamily="34" charset="0"/>
                          <a:cs typeface="Iskoola Pota" panose="02010503010101010104" pitchFamily="2" charset="0"/>
                        </a:rPr>
                        <a:t>(Objectives)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ඉගෙනුම්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ප්‍රත</a:t>
                      </a:r>
                      <a:r>
                        <a:rPr lang="si-LK" sz="1400" dirty="0">
                          <a:effectLst/>
                          <a:latin typeface="Calibri" panose="020F0502020204030204" pitchFamily="34" charset="0"/>
                          <a:ea typeface="Calibri" panose="020F0502020204030204" pitchFamily="34" charset="0"/>
                          <a:cs typeface="Iskoola Pota" panose="02010503010101010104" pitchFamily="2" charset="0"/>
                        </a:rPr>
                        <a:t>ිඵල</a:t>
                      </a:r>
                      <a:r>
                        <a:rPr lang="en-US" sz="1400" dirty="0">
                          <a:effectLst/>
                          <a:latin typeface="Calibri" panose="020F0502020204030204" pitchFamily="34" charset="0"/>
                          <a:ea typeface="Calibri" panose="020F0502020204030204" pitchFamily="34" charset="0"/>
                          <a:cs typeface="Iskoola Pota" panose="02010503010101010104" pitchFamily="2" charset="0"/>
                        </a:rPr>
                        <a:t> (Learning Objective)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r>
              <a:tr h="869315">
                <a:tc>
                  <a:txBody>
                    <a:bodyPr/>
                    <a:lstStyle/>
                    <a:p>
                      <a:pPr marL="169863" marR="0" lvl="0" indent="-169863" algn="just">
                        <a:lnSpc>
                          <a:spcPct val="107000"/>
                        </a:lnSpc>
                        <a:spcBef>
                          <a:spcPts val="0"/>
                        </a:spcBef>
                        <a:spcAft>
                          <a:spcPts val="0"/>
                        </a:spcAft>
                        <a:buFont typeface="Arial" panose="020B0604020202020204" pitchFamily="34" charset="0"/>
                        <a:buChar char="•"/>
                      </a:pP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පළමු</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ප්‍රතිචාර දක්වන්නන් හට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a:t>
                      </a:r>
                      <a:r>
                        <a:rPr lang="si-LK" sz="1200" dirty="0">
                          <a:effectLst/>
                          <a:latin typeface="Calibri" panose="020F0502020204030204" pitchFamily="34" charset="0"/>
                          <a:ea typeface="Calibri" panose="020F0502020204030204" pitchFamily="34" charset="0"/>
                          <a:cs typeface="Iskoola Pota" panose="02010503010101010104" pitchFamily="2" charset="0"/>
                        </a:rPr>
                        <a:t>ොන්ක්‍රීට් සහ අනෙකුත් බර සුන්බුන් එසවීමට</a:t>
                      </a: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චලනය කිරීමට</a:t>
                      </a: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ආධාර කිරීමට සහ ස්ථායී කිරීමට</a:t>
                      </a: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සහ භ</a:t>
                      </a:r>
                      <a:r>
                        <a:rPr lang="si-LK" sz="1200" dirty="0">
                          <a:effectLst/>
                          <a:latin typeface="Calibri" panose="020F0502020204030204" pitchFamily="34" charset="0"/>
                          <a:ea typeface="Calibri" panose="020F0502020204030204" pitchFamily="34" charset="0"/>
                          <a:cs typeface="Iskoola Pota" panose="02010503010101010104" pitchFamily="2" charset="0"/>
                        </a:rPr>
                        <a:t>ාවිතා කිරීමට ආරක්ෂිත සහ සරල තාක්ෂණික ක්‍රම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පිළිබද අවබෝධයක්</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ලබා දීම.</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119063" marR="0" indent="-119063" algn="just">
                        <a:lnSpc>
                          <a:spcPct val="107000"/>
                        </a:lnSpc>
                        <a:spcBef>
                          <a:spcPts val="0"/>
                        </a:spcBef>
                        <a:spcAft>
                          <a:spcPts val="0"/>
                        </a:spcAft>
                        <a:buFont typeface="Arial" panose="020B0604020202020204" pitchFamily="34" charset="0"/>
                        <a:buChar char="•"/>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අරම</a:t>
                      </a:r>
                      <a:r>
                        <a:rPr lang="si-LK" sz="1200" dirty="0">
                          <a:effectLst/>
                          <a:latin typeface="Calibri" panose="020F0502020204030204" pitchFamily="34" charset="0"/>
                          <a:ea typeface="Calibri" panose="020F0502020204030204" pitchFamily="34" charset="0"/>
                          <a:cs typeface="Iskoola Pota" panose="02010503010101010104" pitchFamily="2" charset="0"/>
                        </a:rPr>
                        <a:t>ුණු සාක්ෂාත් කර ගැනීම සඳහා කණ්ඩායමක් ලෙස ක්‍රියා කිරීමට සහභාගිවන්නන්ට අවස්ථාව ලබා දීම</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119063" marR="0" indent="-119063" algn="just">
                        <a:lnSpc>
                          <a:spcPct val="107000"/>
                        </a:lnSpc>
                        <a:spcBef>
                          <a:spcPts val="0"/>
                        </a:spcBef>
                        <a:spcAft>
                          <a:spcPts val="0"/>
                        </a:spcAft>
                        <a:buFont typeface="Arial" panose="020B0604020202020204" pitchFamily="34" charset="0"/>
                        <a:buChar char="•"/>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කණ</a:t>
                      </a:r>
                      <a:r>
                        <a:rPr lang="si-LK" sz="1200" dirty="0">
                          <a:effectLst/>
                          <a:latin typeface="Calibri" panose="020F0502020204030204" pitchFamily="34" charset="0"/>
                          <a:ea typeface="Calibri" panose="020F0502020204030204" pitchFamily="34" charset="0"/>
                          <a:cs typeface="Iskoola Pota" panose="02010503010101010104" pitchFamily="2" charset="0"/>
                        </a:rPr>
                        <a:t>්ඩායම් භූමිකාවන් සහ කණ්ඩායම් කාර්යයේ වැදගත්කම තේරුම්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ගැනීම.</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tabLst/>
                      </a:pP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දෙවන</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පන්තියේ ලීවර</a:t>
                      </a: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රෝලර් සහ ධාවන පථ භාවිතා කරමින් විවිධ ප්‍රමාණයේ කොන්ක්‍රීට් කුට්ටි එසවීම සහ මෙහෙයවී</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ම</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සහ චලනය කිරිම.</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347663" marR="0" indent="-347663">
                        <a:lnSpc>
                          <a:spcPct val="107000"/>
                        </a:lnSpc>
                        <a:spcBef>
                          <a:spcPts val="0"/>
                        </a:spcBef>
                        <a:spcAft>
                          <a:spcPts val="0"/>
                        </a:spcAft>
                        <a:buFont typeface="Arial" panose="020B0604020202020204" pitchFamily="34" charset="0"/>
                        <a:buChar char="•"/>
                      </a:pP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ස්ථාන </a:t>
                      </a:r>
                      <a:r>
                        <a:rPr lang="si-LK" sz="1200" dirty="0">
                          <a:effectLst/>
                          <a:latin typeface="Calibri" panose="020F0502020204030204" pitchFamily="34" charset="0"/>
                          <a:ea typeface="Calibri" panose="020F0502020204030204" pitchFamily="34" charset="0"/>
                          <a:cs typeface="Iskoola Pota" panose="02010503010101010104" pitchFamily="2" charset="0"/>
                        </a:rPr>
                        <a:t>හතරේ සහ නවයේ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ආරක</a:t>
                      </a:r>
                      <a:r>
                        <a:rPr lang="si-LK" sz="1200" dirty="0">
                          <a:effectLst/>
                          <a:latin typeface="Calibri" panose="020F0502020204030204" pitchFamily="34" charset="0"/>
                          <a:ea typeface="Calibri" panose="020F0502020204030204" pitchFamily="34" charset="0"/>
                          <a:cs typeface="Iskoola Pota" panose="02010503010101010104" pitchFamily="2" charset="0"/>
                        </a:rPr>
                        <a:t>්ෂිත ඉදිකිරීම</a:t>
                      </a: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ක්‍රියාකාරිත්වය සහ හැකියාව පිළිබඳ අවබෝධයක් ලබා ගන්න.</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347663" marR="0" indent="-347663">
                        <a:lnSpc>
                          <a:spcPct val="107000"/>
                        </a:lnSpc>
                        <a:spcBef>
                          <a:spcPts val="0"/>
                        </a:spcBef>
                        <a:spcAft>
                          <a:spcPts val="0"/>
                        </a:spcAft>
                        <a:buFont typeface="Arial" panose="020B0604020202020204" pitchFamily="34" charset="0"/>
                        <a:buChar char="•"/>
                      </a:pP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කොන්ක්‍රීට්</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තහඩුව ඉවත් කිරිමට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a:t>
                      </a:r>
                      <a:r>
                        <a:rPr lang="si-LK" sz="1200" dirty="0">
                          <a:effectLst/>
                          <a:latin typeface="Calibri" panose="020F0502020204030204" pitchFamily="34" charset="0"/>
                          <a:ea typeface="Calibri" panose="020F0502020204030204" pitchFamily="34" charset="0"/>
                          <a:cs typeface="Iskoola Pota" panose="02010503010101010104" pitchFamily="2" charset="0"/>
                        </a:rPr>
                        <a:t>ුඤ්ඤ ආරක්ෂිතව භාවිතා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  ක</a:t>
                      </a:r>
                      <a:r>
                        <a:rPr lang="si-LK" sz="1200" dirty="0">
                          <a:effectLst/>
                          <a:latin typeface="Calibri" panose="020F0502020204030204" pitchFamily="34" charset="0"/>
                          <a:ea typeface="Calibri" panose="020F0502020204030204" pitchFamily="34" charset="0"/>
                          <a:cs typeface="Iskoola Pota" panose="02010503010101010104" pitchFamily="2" charset="0"/>
                        </a:rPr>
                        <a:t>ිරීම පිළිබඳ අවබෝධයක් ලබා ගන්න.</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347663" marR="0" indent="-347663">
                        <a:lnSpc>
                          <a:spcPct val="107000"/>
                        </a:lnSpc>
                        <a:spcBef>
                          <a:spcPts val="0"/>
                        </a:spcBef>
                        <a:spcAft>
                          <a:spcPts val="0"/>
                        </a:spcAft>
                        <a:buFont typeface="Arial" panose="020B0604020202020204" pitchFamily="34" charset="0"/>
                        <a:buChar char="•"/>
                      </a:pP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a:t>
                      </a:r>
                      <a:r>
                        <a:rPr lang="si-LK" sz="1200" dirty="0">
                          <a:effectLst/>
                          <a:latin typeface="Calibri" panose="020F0502020204030204" pitchFamily="34" charset="0"/>
                          <a:ea typeface="Calibri" panose="020F0502020204030204" pitchFamily="34" charset="0"/>
                          <a:cs typeface="Iskoola Pota" panose="02010503010101010104" pitchFamily="2" charset="0"/>
                        </a:rPr>
                        <a:t>ොන්ක්‍රීට්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තහඩු සහ </a:t>
                      </a:r>
                      <a:r>
                        <a:rPr lang="si-LK" sz="1200" dirty="0">
                          <a:effectLst/>
                          <a:latin typeface="Calibri" panose="020F0502020204030204" pitchFamily="34" charset="0"/>
                          <a:ea typeface="Calibri" panose="020F0502020204030204" pitchFamily="34" charset="0"/>
                          <a:cs typeface="Iskoola Pota" panose="02010503010101010104" pitchFamily="2" charset="0"/>
                        </a:rPr>
                        <a:t>බර සුන්බුන් ආරක්ෂිතව එසවීමට සහ චලනය කිරීමට සිසුන්ට දැනුම ලබා දෙන්න.</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347663" marR="0" indent="-347663">
                        <a:lnSpc>
                          <a:spcPct val="107000"/>
                        </a:lnSpc>
                        <a:spcBef>
                          <a:spcPts val="0"/>
                        </a:spcBef>
                        <a:spcAft>
                          <a:spcPts val="0"/>
                        </a:spcAft>
                        <a:buFont typeface="Arial" panose="020B0604020202020204" pitchFamily="34" charset="0"/>
                        <a:buChar char="•"/>
                      </a:pP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ව</a:t>
                      </a:r>
                      <a:r>
                        <a:rPr lang="si-LK" sz="1200" dirty="0">
                          <a:effectLst/>
                          <a:latin typeface="Calibri" panose="020F0502020204030204" pitchFamily="34" charset="0"/>
                          <a:ea typeface="Calibri" panose="020F0502020204030204" pitchFamily="34" charset="0"/>
                          <a:cs typeface="Iskoola Pota" panose="02010503010101010104" pitchFamily="2" charset="0"/>
                        </a:rPr>
                        <a:t>ිවිධ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ව්‍යායාම සදහා ත</a:t>
                      </a:r>
                      <a:r>
                        <a:rPr lang="si-LK" sz="1200" dirty="0">
                          <a:effectLst/>
                          <a:latin typeface="Calibri" panose="020F0502020204030204" pitchFamily="34" charset="0"/>
                          <a:ea typeface="Calibri" panose="020F0502020204030204" pitchFamily="34" charset="0"/>
                          <a:cs typeface="Iskoola Pota" panose="02010503010101010104" pitchFamily="2" charset="0"/>
                        </a:rPr>
                        <a:t>ොටිල්ලක් තැනීමට ශිෂ්‍යයාට අවස්ථාව සලසා දීම</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මෙම සැසියේ ප්‍රතිඵලයක් ලෙස</a:t>
                      </a: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සහභාගිවන්නාට හැකි වනු ඇත:</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a:t>
                      </a:r>
                      <a:r>
                        <a:rPr lang="si-LK" sz="1200" dirty="0">
                          <a:effectLst/>
                          <a:latin typeface="Calibri" panose="020F0502020204030204" pitchFamily="34" charset="0"/>
                          <a:ea typeface="Calibri" panose="020F0502020204030204" pitchFamily="34" charset="0"/>
                          <a:cs typeface="Iskoola Pota" panose="02010503010101010104" pitchFamily="2" charset="0"/>
                        </a:rPr>
                        <a:t>ොන්ක්‍රීට් කුට්ටි එසවීමේදී සහ චලනය කිරීමේදී ආරක්‍ෂිත කරුණු විස්තර කරන්න.</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200" dirty="0">
                          <a:effectLst/>
                          <a:latin typeface="Calibri" panose="020F0502020204030204" pitchFamily="34" charset="0"/>
                          <a:ea typeface="Calibri" panose="020F0502020204030204" pitchFamily="34" charset="0"/>
                          <a:cs typeface="Iskoola Pota" panose="02010503010101010104" pitchFamily="2" charset="0"/>
                        </a:rPr>
                        <a:t>අධික බරක්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සහිත ද්‍රවයක් චලනය </a:t>
                      </a:r>
                      <a:r>
                        <a:rPr lang="si-LK" sz="1200" dirty="0">
                          <a:effectLst/>
                          <a:latin typeface="Calibri" panose="020F0502020204030204" pitchFamily="34" charset="0"/>
                          <a:ea typeface="Calibri" panose="020F0502020204030204" pitchFamily="34" charset="0"/>
                          <a:cs typeface="Iskoola Pota" panose="02010503010101010104" pitchFamily="2" charset="0"/>
                        </a:rPr>
                        <a:t>කරන විට භූමියේ බලපෑම් සලකා බලන්න.</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භූමිය මත</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අධ</a:t>
                      </a:r>
                      <a:r>
                        <a:rPr lang="si-LK" sz="1200" dirty="0">
                          <a:effectLst/>
                          <a:latin typeface="Calibri" panose="020F0502020204030204" pitchFamily="34" charset="0"/>
                          <a:ea typeface="Calibri" panose="020F0502020204030204" pitchFamily="34" charset="0"/>
                          <a:cs typeface="Iskoola Pota" panose="02010503010101010104" pitchFamily="2" charset="0"/>
                        </a:rPr>
                        <a:t>ික බර පැටවීම සඳහා නිවැරදි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ක්‍රමවේදය</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ක්‍රියාත</a:t>
                      </a:r>
                      <a:r>
                        <a:rPr lang="si-LK" sz="1200" dirty="0">
                          <a:effectLst/>
                          <a:latin typeface="Calibri" panose="020F0502020204030204" pitchFamily="34" charset="0"/>
                          <a:ea typeface="Calibri" panose="020F0502020204030204" pitchFamily="34" charset="0"/>
                          <a:cs typeface="Iskoola Pota" panose="02010503010101010104" pitchFamily="2" charset="0"/>
                        </a:rPr>
                        <a:t>්මක කරන්න.</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200" dirty="0">
                          <a:effectLst/>
                          <a:latin typeface="Calibri" panose="020F0502020204030204" pitchFamily="34" charset="0"/>
                          <a:ea typeface="Calibri" panose="020F0502020204030204" pitchFamily="34" charset="0"/>
                          <a:cs typeface="Iskoola Pota" panose="02010503010101010104" pitchFamily="2" charset="0"/>
                        </a:rPr>
                        <a:t>සිව් ලක්ෂ්‍ය තොටිල්ල පද්ධතියක්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සාදාගැනිම</a:t>
                      </a:r>
                    </a:p>
                    <a:p>
                      <a:pPr marL="342900" marR="0" lvl="0" indent="-342900">
                        <a:lnSpc>
                          <a:spcPct val="107000"/>
                        </a:lnSpc>
                        <a:spcBef>
                          <a:spcPts val="0"/>
                        </a:spcBef>
                        <a:spcAft>
                          <a:spcPts val="0"/>
                        </a:spcAft>
                        <a:buFont typeface="Symbol" panose="05050102010706020507" pitchFamily="18" charset="2"/>
                        <a:buChar char=""/>
                      </a:pP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ලක</a:t>
                      </a:r>
                      <a:r>
                        <a:rPr lang="si-LK" sz="1200" dirty="0">
                          <a:effectLst/>
                          <a:latin typeface="Calibri" panose="020F0502020204030204" pitchFamily="34" charset="0"/>
                          <a:ea typeface="Calibri" panose="020F0502020204030204" pitchFamily="34" charset="0"/>
                          <a:cs typeface="Iskoola Pota" panose="02010503010101010104" pitchFamily="2" charset="0"/>
                        </a:rPr>
                        <a:t>්ෂ්‍ය නවයක තොටිල්ල පද්ධතියක් සාදන්න</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200" dirty="0">
                          <a:effectLst/>
                          <a:latin typeface="Calibri" panose="020F0502020204030204" pitchFamily="34" charset="0"/>
                          <a:ea typeface="Calibri" panose="020F0502020204030204" pitchFamily="34" charset="0"/>
                          <a:cs typeface="Iskoola Pota" panose="02010503010101010104" pitchFamily="2" charset="0"/>
                        </a:rPr>
                        <a:t>කුඤ්ඤ නිවැරදිව භාවිතා කිරීම නිරූපණය කරන්න</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200" dirty="0">
                          <a:effectLst/>
                          <a:latin typeface="Calibri" panose="020F0502020204030204" pitchFamily="34" charset="0"/>
                          <a:ea typeface="Calibri" panose="020F0502020204030204" pitchFamily="34" charset="0"/>
                          <a:cs typeface="Iskoola Pota" panose="02010503010101010104" pitchFamily="2" charset="0"/>
                        </a:rPr>
                        <a:t>මෘදු බිමක තනන සඳහා ඝන පදනමක් සාදන්න</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735903599"/>
              </p:ext>
            </p:extLst>
          </p:nvPr>
        </p:nvGraphicFramePr>
        <p:xfrm>
          <a:off x="104172" y="2514259"/>
          <a:ext cx="11807009" cy="4739577"/>
        </p:xfrm>
        <a:graphic>
          <a:graphicData uri="http://schemas.openxmlformats.org/drawingml/2006/table">
            <a:tbl>
              <a:tblPr firstRow="1" firstCol="1" bandRow="1"/>
              <a:tblGrid>
                <a:gridCol w="625033"/>
                <a:gridCol w="2777924"/>
                <a:gridCol w="6111433"/>
                <a:gridCol w="2292619"/>
              </a:tblGrid>
              <a:tr h="228941">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කාලය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42654" marR="426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අන්තර්ගතය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42654" marR="426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0000"/>
                        </a:lnSpc>
                        <a:spcBef>
                          <a:spcPts val="0"/>
                        </a:spcBef>
                        <a:spcAft>
                          <a:spcPts val="0"/>
                        </a:spcAft>
                      </a:pP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ක්‍රියාකාරීත්වය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2654" marR="426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සම්පත්</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42654" marR="426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r>
              <a:tr h="640477">
                <a:tc rowSpan="2">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විනාඩි </a:t>
                      </a:r>
                      <a:r>
                        <a:rPr lang="en-US" sz="1200" dirty="0">
                          <a:effectLst/>
                          <a:latin typeface="Calibri" panose="020F0502020204030204" pitchFamily="34" charset="0"/>
                          <a:ea typeface="Calibri" panose="020F0502020204030204" pitchFamily="34" charset="0"/>
                          <a:cs typeface="Iskoola Pota" panose="02010503010101010104" pitchFamily="2" charset="0"/>
                        </a:rPr>
                        <a:t>10</a:t>
                      </a:r>
                      <a:r>
                        <a:rPr lang="si-LK" sz="1200" dirty="0">
                          <a:effectLst/>
                          <a:latin typeface="Calibri" panose="020F0502020204030204" pitchFamily="34" charset="0"/>
                          <a:ea typeface="Calibri" panose="020F0502020204030204" pitchFamily="34" charset="0"/>
                          <a:cs typeface="Iskoola Pota" panose="02010503010101010104" pitchFamily="2" charset="0"/>
                        </a:rPr>
                        <a:t> යි</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එසවීම සහ චලනය කිරීමේ උපකරණ පිළිබඳ හැඳින්වීම</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උපදේශක: පවතින උපකරණවල විවිධ අයිතම විස්තර කරන්න. උපකරණ භාවිතා කරන විට ආරක්ෂිත කරුණු සාකච්ඡා කරන්න. ලිවර්ස් රෝලර් සහ තිරිංග පද්ධති භාවිතා කිරීම සඳහා නිවැරදි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ක්‍රමය </a:t>
                      </a:r>
                      <a:r>
                        <a:rPr lang="si-LK" sz="1200" dirty="0">
                          <a:effectLst/>
                          <a:latin typeface="Calibri" panose="020F0502020204030204" pitchFamily="34" charset="0"/>
                          <a:ea typeface="Calibri" panose="020F0502020204030204" pitchFamily="34" charset="0"/>
                          <a:cs typeface="Iskoola Pota" panose="02010503010101010104" pitchFamily="2" charset="0"/>
                        </a:rPr>
                        <a:t>නිරූපණය කරන්න.</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en-US" sz="1200" dirty="0" smtClean="0">
                          <a:effectLst/>
                          <a:latin typeface="Calibri" panose="020F0502020204030204" pitchFamily="34" charset="0"/>
                          <a:ea typeface="Calibri" panose="020F0502020204030204" pitchFamily="34" charset="0"/>
                          <a:cs typeface="Iskoola Pota" panose="02010503010101010104" pitchFamily="2" charset="0"/>
                        </a:rPr>
                        <a:t>FR </a:t>
                      </a:r>
                      <a:r>
                        <a:rPr lang="si-LK" sz="1200" dirty="0">
                          <a:effectLst/>
                          <a:latin typeface="Calibri" panose="020F0502020204030204" pitchFamily="34" charset="0"/>
                          <a:ea typeface="Calibri" panose="020F0502020204030204" pitchFamily="34" charset="0"/>
                          <a:cs typeface="Iskoola Pota" panose="02010503010101010104" pitchFamily="2" charset="0"/>
                        </a:rPr>
                        <a:t>ඉදිරිපත් කිරීම </a:t>
                      </a:r>
                      <a:r>
                        <a:rPr lang="en-US" sz="1200" dirty="0">
                          <a:effectLst/>
                          <a:latin typeface="Calibri" panose="020F0502020204030204" pitchFamily="34" charset="0"/>
                          <a:ea typeface="Calibri" panose="020F0502020204030204" pitchFamily="34" charset="0"/>
                          <a:cs typeface="Iskoola Pota" panose="02010503010101010104" pitchFamily="2" charset="0"/>
                        </a:rPr>
                        <a:t>5.3</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ලිවර්ස්</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පලංචි පොලු</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indent="0" algn="l" defTabSz="914400" rtl="0" eaLnBrk="1" fontAlgn="auto" latinLnBrk="0" hangingPunct="1">
                        <a:lnSpc>
                          <a:spcPct val="107000"/>
                        </a:lnSpc>
                        <a:spcBef>
                          <a:spcPts val="0"/>
                        </a:spcBef>
                        <a:spcAft>
                          <a:spcPts val="0"/>
                        </a:spcAft>
                        <a:buClrTx/>
                        <a:buSzTx/>
                        <a:buFontTx/>
                        <a:buNone/>
                        <a:tabLst/>
                        <a:defRPr/>
                      </a:pPr>
                      <a:r>
                        <a:rPr lang="en-US" sz="1200" dirty="0">
                          <a:effectLst/>
                          <a:latin typeface="Calibri" panose="020F0502020204030204" pitchFamily="34" charset="0"/>
                          <a:ea typeface="Calibri" panose="020F0502020204030204" pitchFamily="34" charset="0"/>
                          <a:cs typeface="Iskoola Pota" panose="02010503010101010104" pitchFamily="2" charset="0"/>
                        </a:rPr>
                        <a:t>Cribbing </a:t>
                      </a:r>
                      <a:r>
                        <a:rPr lang="si-LK" sz="1200" dirty="0">
                          <a:effectLst/>
                          <a:latin typeface="Calibri" panose="020F0502020204030204" pitchFamily="34" charset="0"/>
                          <a:ea typeface="Calibri" panose="020F0502020204030204" pitchFamily="34" charset="0"/>
                          <a:cs typeface="Iskoola Pota" panose="02010503010101010104" pitchFamily="2" charset="0"/>
                        </a:rPr>
                        <a:t>දි</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ග </a:t>
                      </a:r>
                      <a:r>
                        <a:rPr lang="si-LK" sz="1100" dirty="0" smtClean="0">
                          <a:effectLst/>
                          <a:latin typeface="Calibri" panose="020F0502020204030204" pitchFamily="34" charset="0"/>
                          <a:ea typeface="Calibri" panose="020F0502020204030204" pitchFamily="34" charset="0"/>
                          <a:cs typeface="+mn-cs"/>
                        </a:rPr>
                        <a:t>කුඤ්ඤ</a:t>
                      </a:r>
                      <a:endParaRPr lang="en-US" sz="1050" dirty="0" smtClean="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259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සහභාගිවන්නා: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සවන්දීම සහ ස</a:t>
                      </a:r>
                      <a:r>
                        <a:rPr lang="si-LK" sz="1200" dirty="0">
                          <a:effectLst/>
                          <a:latin typeface="Calibri" panose="020F0502020204030204" pitchFamily="34" charset="0"/>
                          <a:ea typeface="Calibri" panose="020F0502020204030204" pitchFamily="34" charset="0"/>
                          <a:cs typeface="Iskoola Pota" panose="02010503010101010104" pitchFamily="2" charset="0"/>
                        </a:rPr>
                        <a:t>ෑම උපකරණයක්ම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හ</a:t>
                      </a:r>
                      <a:r>
                        <a:rPr lang="si-LK" sz="1200" dirty="0">
                          <a:effectLst/>
                          <a:latin typeface="Calibri" panose="020F0502020204030204" pitchFamily="34" charset="0"/>
                          <a:ea typeface="Calibri" panose="020F0502020204030204" pitchFamily="34" charset="0"/>
                          <a:cs typeface="Iskoola Pota" panose="02010503010101010104" pitchFamily="2" charset="0"/>
                        </a:rPr>
                        <a:t>ැසිරවීම.</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r>
              <a:tr h="679976">
                <a:tc rowSpan="2">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විනාඩි </a:t>
                      </a:r>
                      <a:r>
                        <a:rPr lang="en-US" sz="1200" dirty="0">
                          <a:effectLst/>
                          <a:latin typeface="Calibri" panose="020F0502020204030204" pitchFamily="34" charset="0"/>
                          <a:ea typeface="Calibri" panose="020F0502020204030204" pitchFamily="34" charset="0"/>
                          <a:cs typeface="Iskoola Pota" panose="02010503010101010104" pitchFamily="2" charset="0"/>
                        </a:rPr>
                        <a:t>45</a:t>
                      </a:r>
                      <a:r>
                        <a:rPr lang="si-LK" sz="1200" dirty="0">
                          <a:effectLst/>
                          <a:latin typeface="Calibri" panose="020F0502020204030204" pitchFamily="34" charset="0"/>
                          <a:ea typeface="Calibri" panose="020F0502020204030204" pitchFamily="34" charset="0"/>
                          <a:cs typeface="Iskoola Pota" panose="02010503010101010104" pitchFamily="2" charset="0"/>
                        </a:rPr>
                        <a:t> යි</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200">
                          <a:effectLst/>
                          <a:latin typeface="Calibri" panose="020F0502020204030204" pitchFamily="34" charset="0"/>
                          <a:ea typeface="Calibri" panose="020F0502020204030204" pitchFamily="34" charset="0"/>
                          <a:cs typeface="Iskoola Pota" panose="02010503010101010104" pitchFamily="2" charset="0"/>
                        </a:rPr>
                        <a:t>ප්‍රායෝගික එසවීම සහ චලනය කිරීමේ මෙහෙයුම්</a:t>
                      </a:r>
                      <a:endParaRPr lang="en-US" sz="110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a:effectLst/>
                          <a:latin typeface="Calibri" panose="020F0502020204030204" pitchFamily="34" charset="0"/>
                          <a:ea typeface="Calibri" panose="020F0502020204030204" pitchFamily="34" charset="0"/>
                          <a:cs typeface="Iskoola Pota" panose="02010503010101010104" pitchFamily="2" charset="0"/>
                        </a:rPr>
                        <a:t> </a:t>
                      </a:r>
                      <a:endParaRPr lang="en-US" sz="110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උපදේශක: ප්‍රායෝගික අභ්‍යාසවල කණ්ඩායම් නායකයා පත් කරන්න</a:t>
                      </a: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ව්‍යායාමයේ අරමුණු පිළිබඳව කණ්ඩායමට කෙටියෙන</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 විස්තර කරන්න.</a:t>
                      </a:r>
                      <a:r>
                        <a:rPr lang="en-US" sz="120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ආරක්‍ෂාව අධීක්ෂණය සහ හොඳම ප්‍රායෝගික ගැටලු පිළිබඳ යාවත්කාලීන කිරීම්</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200">
                          <a:effectLst/>
                          <a:latin typeface="Calibri" panose="020F0502020204030204" pitchFamily="34" charset="0"/>
                          <a:ea typeface="Calibri" panose="020F0502020204030204" pitchFamily="34" charset="0"/>
                          <a:cs typeface="Iskoola Pota" panose="02010503010101010104" pitchFamily="2" charset="0"/>
                        </a:rPr>
                        <a:t>සියලුම උපකරණ සහ කොන්ක්රීට් හෝ සුන්බුන් බ්ලොක් එකක්</a:t>
                      </a:r>
                      <a:endParaRPr lang="en-US" sz="110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a:effectLst/>
                          <a:latin typeface="Calibri" panose="020F0502020204030204" pitchFamily="34" charset="0"/>
                          <a:ea typeface="Calibri" panose="020F0502020204030204" pitchFamily="34" charset="0"/>
                          <a:cs typeface="Iskoola Pota" panose="02010503010101010104" pitchFamily="2" charset="0"/>
                        </a:rPr>
                        <a:t> </a:t>
                      </a:r>
                      <a:endParaRPr lang="en-US" sz="110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133">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සහභාගිවන්නන්: කණ්ඩායම් වශයෙන්</a:t>
                      </a: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එසවීම හෝ චලනය කිරීමේ කාර්</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යය</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සිදු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කරන</a:t>
                      </a:r>
                      <a:r>
                        <a:rPr lang="si-LK" sz="1200" dirty="0">
                          <a:effectLst/>
                          <a:latin typeface="Calibri" panose="020F0502020204030204" pitchFamily="34" charset="0"/>
                          <a:ea typeface="Calibri" panose="020F0502020204030204" pitchFamily="34" charset="0"/>
                          <a:cs typeface="Iskoola Pota" panose="02010503010101010104" pitchFamily="2" charset="0"/>
                        </a:rPr>
                        <a:t>්න.</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r>
              <a:tr h="679976">
                <a:tc rowSpan="2">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විනාඩි </a:t>
                      </a:r>
                      <a:r>
                        <a:rPr lang="en-US" sz="1200" dirty="0">
                          <a:effectLst/>
                          <a:latin typeface="Calibri" panose="020F0502020204030204" pitchFamily="34" charset="0"/>
                          <a:ea typeface="Calibri" panose="020F0502020204030204" pitchFamily="34" charset="0"/>
                          <a:cs typeface="Iskoola Pota" panose="02010503010101010104" pitchFamily="2" charset="0"/>
                        </a:rPr>
                        <a:t>45</a:t>
                      </a:r>
                      <a:r>
                        <a:rPr lang="si-LK" sz="1200" dirty="0">
                          <a:effectLst/>
                          <a:latin typeface="Calibri" panose="020F0502020204030204" pitchFamily="34" charset="0"/>
                          <a:ea typeface="Calibri" panose="020F0502020204030204" pitchFamily="34" charset="0"/>
                          <a:cs typeface="Iskoola Pota" panose="02010503010101010104" pitchFamily="2" charset="0"/>
                        </a:rPr>
                        <a:t> යි</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200">
                          <a:effectLst/>
                          <a:latin typeface="Calibri" panose="020F0502020204030204" pitchFamily="34" charset="0"/>
                          <a:ea typeface="Calibri" panose="020F0502020204030204" pitchFamily="34" charset="0"/>
                          <a:cs typeface="Iskoola Pota" panose="02010503010101010104" pitchFamily="2" charset="0"/>
                        </a:rPr>
                        <a:t>ප්‍රායෝගික තොටිල්ල ඉදිකිරීම</a:t>
                      </a:r>
                      <a:endParaRPr lang="en-US" sz="110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a:effectLst/>
                          <a:latin typeface="Calibri" panose="020F0502020204030204" pitchFamily="34" charset="0"/>
                          <a:ea typeface="Calibri" panose="020F0502020204030204" pitchFamily="34" charset="0"/>
                          <a:cs typeface="Iskoola Pota" panose="02010503010101010104" pitchFamily="2" charset="0"/>
                        </a:rPr>
                        <a:t> </a:t>
                      </a:r>
                      <a:endParaRPr lang="en-US" sz="110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උපදේශක: භාවිතයට පෙර දැව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කොටස්</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මැනීම සිදු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කරන </a:t>
                      </a:r>
                      <a:r>
                        <a:rPr lang="si-LK" sz="1200" dirty="0">
                          <a:effectLst/>
                          <a:latin typeface="Calibri" panose="020F0502020204030204" pitchFamily="34" charset="0"/>
                          <a:ea typeface="Calibri" panose="020F0502020204030204" pitchFamily="34" charset="0"/>
                          <a:cs typeface="Iskoola Pota" panose="02010503010101010104" pitchFamily="2" charset="0"/>
                        </a:rPr>
                        <a:t>ආකාරය පැහැදිලි කරමින්</a:t>
                      </a: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තොටිල්ල සහ කුඤ්ඤ හඳුන්වා දෙන්න. ලකුණු හතරක් සහ නවයක් සහිත ක්‍රිබින් පද්ධති සඳහා නිවැරදි තාක්ෂණික ක්‍රම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වේදය</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න</a:t>
                      </a:r>
                      <a:r>
                        <a:rPr lang="si-LK" sz="1200" dirty="0">
                          <a:effectLst/>
                          <a:latin typeface="Calibri" panose="020F0502020204030204" pitchFamily="34" charset="0"/>
                          <a:ea typeface="Calibri" panose="020F0502020204030204" pitchFamily="34" charset="0"/>
                          <a:cs typeface="Iskoola Pota" panose="02010503010101010104" pitchFamily="2" charset="0"/>
                        </a:rPr>
                        <a:t>ිරූපණය කරන්න</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200">
                          <a:effectLst/>
                          <a:latin typeface="Calibri" panose="020F0502020204030204" pitchFamily="34" charset="0"/>
                          <a:ea typeface="Calibri" panose="020F0502020204030204" pitchFamily="34" charset="0"/>
                          <a:cs typeface="Iskoola Pota" panose="02010503010101010104" pitchFamily="2" charset="0"/>
                        </a:rPr>
                        <a:t>විස්තර කර ඇති පරිදි </a:t>
                      </a:r>
                      <a:r>
                        <a:rPr lang="en-US" sz="1200">
                          <a:effectLst/>
                          <a:latin typeface="Calibri" panose="020F0502020204030204" pitchFamily="34" charset="0"/>
                          <a:ea typeface="Calibri" panose="020F0502020204030204" pitchFamily="34" charset="0"/>
                          <a:cs typeface="Iskoola Pota" panose="02010503010101010104" pitchFamily="2" charset="0"/>
                        </a:rPr>
                        <a:t>Cribbing</a:t>
                      </a:r>
                      <a:endParaRPr lang="en-US" sz="110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200">
                          <a:effectLst/>
                          <a:latin typeface="Calibri" panose="020F0502020204030204" pitchFamily="34" charset="0"/>
                          <a:ea typeface="Calibri" panose="020F0502020204030204" pitchFamily="34" charset="0"/>
                          <a:cs typeface="Iskoola Pota" panose="02010503010101010104" pitchFamily="2" charset="0"/>
                        </a:rPr>
                        <a:t>උපදේශක සටහන්</a:t>
                      </a:r>
                      <a:endParaRPr lang="en-US" sz="110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a:effectLst/>
                          <a:latin typeface="Calibri" panose="020F0502020204030204" pitchFamily="34" charset="0"/>
                          <a:ea typeface="Calibri" panose="020F0502020204030204" pitchFamily="34" charset="0"/>
                          <a:cs typeface="Iskoola Pota" panose="02010503010101010104" pitchFamily="2" charset="0"/>
                        </a:rPr>
                        <a:t> </a:t>
                      </a:r>
                      <a:endParaRPr lang="en-US" sz="110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a:effectLst/>
                          <a:latin typeface="Calibri" panose="020F0502020204030204" pitchFamily="34" charset="0"/>
                          <a:ea typeface="Calibri" panose="020F0502020204030204" pitchFamily="34" charset="0"/>
                          <a:cs typeface="Iskoola Pota" panose="02010503010101010104" pitchFamily="2" charset="0"/>
                        </a:rPr>
                        <a:t> </a:t>
                      </a:r>
                      <a:endParaRPr lang="en-US" sz="110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1542">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සහභාගිවන්නා: සවන් දෙන්න සහ නිරීක්ෂණය කරන්න</a:t>
                      </a: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පැහැදිලි කිරීම සඳහා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ප්‍රශ</a:t>
                      </a:r>
                      <a:r>
                        <a:rPr lang="si-LK" sz="1200" dirty="0">
                          <a:effectLst/>
                          <a:latin typeface="Calibri" panose="020F0502020204030204" pitchFamily="34" charset="0"/>
                          <a:ea typeface="Calibri" panose="020F0502020204030204" pitchFamily="34" charset="0"/>
                          <a:cs typeface="Iskoola Pota" panose="02010503010101010104" pitchFamily="2" charset="0"/>
                        </a:rPr>
                        <a:t>්න අසන්න.</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r>
              <a:tr h="449555">
                <a:tc rowSpan="2">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විනාඩි </a:t>
                      </a:r>
                      <a:r>
                        <a:rPr lang="en-US" sz="1200" dirty="0">
                          <a:effectLst/>
                          <a:latin typeface="Calibri" panose="020F0502020204030204" pitchFamily="34" charset="0"/>
                          <a:ea typeface="Calibri" panose="020F0502020204030204" pitchFamily="34" charset="0"/>
                          <a:cs typeface="Iskoola Pota" panose="02010503010101010104" pitchFamily="2" charset="0"/>
                        </a:rPr>
                        <a:t>20</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ශිෂ්‍යයින් තොටිල්ල සහ </a:t>
                      </a:r>
                      <a:r>
                        <a:rPr lang="si-LK" sz="1200" dirty="0" smtClean="0">
                          <a:effectLst/>
                          <a:latin typeface="Calibri" panose="020F0502020204030204" pitchFamily="34" charset="0"/>
                          <a:ea typeface="Calibri" panose="020F0502020204030204" pitchFamily="34" charset="0"/>
                          <a:cs typeface="+mn-cs"/>
                        </a:rPr>
                        <a:t>කුඤ්ඤ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ශ</a:t>
                      </a:r>
                      <a:r>
                        <a:rPr lang="si-LK" sz="1200" dirty="0">
                          <a:effectLst/>
                          <a:latin typeface="Calibri" panose="020F0502020204030204" pitchFamily="34" charset="0"/>
                          <a:ea typeface="Calibri" panose="020F0502020204030204" pitchFamily="34" charset="0"/>
                          <a:cs typeface="Iskoola Pota" panose="02010503010101010104" pitchFamily="2" charset="0"/>
                        </a:rPr>
                        <a:t>ිල්පීය ක්‍රම පුරුදු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වන්න.ස</a:t>
                      </a:r>
                      <a:r>
                        <a:rPr lang="si-LK" sz="1200" dirty="0">
                          <a:effectLst/>
                          <a:latin typeface="Calibri" panose="020F0502020204030204" pitchFamily="34" charset="0"/>
                          <a:ea typeface="Calibri" panose="020F0502020204030204" pitchFamily="34" charset="0"/>
                          <a:cs typeface="Iskoola Pota" panose="02010503010101010104" pitchFamily="2" charset="0"/>
                        </a:rPr>
                        <a:t>ිසුන් ලකුණු හතරක් සහ නවයක් තොටිල්ලක් ඉදිකරයි.</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උපදේශක: සිසුන් ශිල්පීය ක්‍රම පුරුදු කරන විට ඔවුන් අධීක්‍ෂණය කර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ස්ථානීය හතර </a:t>
                      </a:r>
                      <a:r>
                        <a:rPr lang="si-LK" sz="1200" dirty="0">
                          <a:effectLst/>
                          <a:latin typeface="Calibri" panose="020F0502020204030204" pitchFamily="34" charset="0"/>
                          <a:ea typeface="Calibri" panose="020F0502020204030204" pitchFamily="34" charset="0"/>
                          <a:cs typeface="Iskoola Pota" panose="02010503010101010104" pitchFamily="2" charset="0"/>
                        </a:rPr>
                        <a:t>සහ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නවය </a:t>
                      </a:r>
                      <a:r>
                        <a:rPr lang="si-LK" sz="1200" dirty="0">
                          <a:effectLst/>
                          <a:latin typeface="Calibri" panose="020F0502020204030204" pitchFamily="34" charset="0"/>
                          <a:ea typeface="Calibri" panose="020F0502020204030204" pitchFamily="34" charset="0"/>
                          <a:cs typeface="Iskoola Pota" panose="02010503010101010104" pitchFamily="2" charset="0"/>
                        </a:rPr>
                        <a:t>තොටිල්ලක් තැනීම.</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විස්තර කර ඇති පරිදි </a:t>
                      </a:r>
                      <a:r>
                        <a:rPr lang="en-US" sz="1200" dirty="0">
                          <a:effectLst/>
                          <a:latin typeface="Calibri" panose="020F0502020204030204" pitchFamily="34" charset="0"/>
                          <a:ea typeface="Calibri" panose="020F0502020204030204" pitchFamily="34" charset="0"/>
                          <a:cs typeface="Iskoola Pota" panose="02010503010101010104" pitchFamily="2" charset="0"/>
                        </a:rPr>
                        <a:t>Cribbing</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200" dirty="0">
                          <a:effectLst/>
                          <a:latin typeface="Calibri" panose="020F0502020204030204" pitchFamily="34" charset="0"/>
                          <a:ea typeface="Calibri" panose="020F0502020204030204" pitchFamily="34" charset="0"/>
                          <a:cs typeface="Iskoola Pota" panose="02010503010101010104" pitchFamily="2" charset="0"/>
                        </a:rPr>
                        <a:t>උපදේශක සටහන්</a:t>
                      </a: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si-LK" sz="1200" kern="1200" dirty="0" smtClean="0">
                          <a:solidFill>
                            <a:schemeClr val="tx1"/>
                          </a:solidFill>
                          <a:effectLst/>
                          <a:latin typeface="+mn-lt"/>
                          <a:ea typeface="+mn-ea"/>
                          <a:cs typeface="+mn-cs"/>
                        </a:rPr>
                        <a:t>සහභාගිවන්නා: කණ්ඩායම් වශයෙන්</a:t>
                      </a:r>
                      <a:r>
                        <a:rPr lang="en-US" sz="1200" kern="1200" dirty="0" smtClean="0">
                          <a:solidFill>
                            <a:schemeClr val="tx1"/>
                          </a:solidFill>
                          <a:effectLst/>
                          <a:latin typeface="+mn-lt"/>
                          <a:ea typeface="+mn-ea"/>
                          <a:cs typeface="+mn-cs"/>
                        </a:rPr>
                        <a:t>, </a:t>
                      </a:r>
                      <a:r>
                        <a:rPr lang="si-LK" sz="1200" kern="1200" dirty="0" smtClean="0">
                          <a:solidFill>
                            <a:schemeClr val="tx1"/>
                          </a:solidFill>
                          <a:effectLst/>
                          <a:latin typeface="+mn-lt"/>
                          <a:ea typeface="+mn-ea"/>
                          <a:cs typeface="+mn-cs"/>
                        </a:rPr>
                        <a:t>තොටිල්ල තැනීමේ කාර්යයක් කරන්න.</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r>
              <a:tr h="531634">
                <a:tc gridSpan="4">
                  <a:txBody>
                    <a:bodyPr/>
                    <a:lstStyle/>
                    <a:p>
                      <a:r>
                        <a:rPr lang="si-LK" sz="1200" dirty="0" smtClean="0"/>
                        <a:t>විනාඩි 120</a:t>
                      </a:r>
                      <a:endParaRPr lang="en-US" sz="1200" dirty="0"/>
                    </a:p>
                  </a:txBody>
                  <a:tcPr>
                    <a:lnL w="12700" cmpd="sng">
                      <a:noFill/>
                      <a:prstDash val="soli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prstDash val="solid"/>
                    </a:lnB>
                  </a:tcPr>
                </a:tc>
                <a:tc hMerge="1">
                  <a:txBody>
                    <a:bodyPr/>
                    <a:lstStyle/>
                    <a:p>
                      <a:endParaRPr lang="en-US" dirty="0"/>
                    </a:p>
                  </a:txBody>
                  <a:tcPr>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tcPr>
                </a:tc>
                <a:tc hMerge="1">
                  <a:txBody>
                    <a:bodyPr/>
                    <a:lstStyle/>
                    <a:p>
                      <a:pPr marL="0" marR="0">
                        <a:lnSpc>
                          <a:spcPct val="107000"/>
                        </a:lnSpc>
                        <a:spcBef>
                          <a:spcPts val="0"/>
                        </a:spcBef>
                        <a:spcAft>
                          <a:spcPts val="0"/>
                        </a:spcAft>
                      </a:pP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42654" marR="426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71597916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380519121"/>
              </p:ext>
            </p:extLst>
          </p:nvPr>
        </p:nvGraphicFramePr>
        <p:xfrm>
          <a:off x="427718" y="367279"/>
          <a:ext cx="11394168" cy="6119070"/>
        </p:xfrm>
        <a:graphic>
          <a:graphicData uri="http://schemas.openxmlformats.org/drawingml/2006/table">
            <a:tbl>
              <a:tblPr firstRow="1" firstCol="1" bandRow="1"/>
              <a:tblGrid>
                <a:gridCol w="3722907"/>
                <a:gridCol w="7671261"/>
              </a:tblGrid>
              <a:tr h="639718">
                <a:tc gridSpan="2">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උපදේශක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සටහන (</a:t>
                      </a:r>
                      <a:r>
                        <a:rPr lang="en-US" sz="1400" dirty="0" smtClean="0">
                          <a:effectLst/>
                          <a:latin typeface="Calibri" panose="020F0502020204030204" pitchFamily="34" charset="0"/>
                          <a:ea typeface="Calibri" panose="020F0502020204030204" pitchFamily="34" charset="0"/>
                          <a:cs typeface="Iskoola Pota" panose="02010503010101010104" pitchFamily="2" charset="0"/>
                        </a:rPr>
                        <a:t>Instructor</a:t>
                      </a:r>
                      <a:r>
                        <a:rPr lang="en-US" sz="1400" baseline="0" dirty="0" smtClean="0">
                          <a:effectLst/>
                          <a:latin typeface="Calibri" panose="020F0502020204030204" pitchFamily="34" charset="0"/>
                          <a:ea typeface="Calibri" panose="020F0502020204030204" pitchFamily="34" charset="0"/>
                          <a:cs typeface="Iskoola Pota" panose="02010503010101010104" pitchFamily="2" charset="0"/>
                        </a:rPr>
                        <a:t> Note)</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r>
              <a:tr h="3554122">
                <a:tc>
                  <a:txBody>
                    <a:bodyPr/>
                    <a:lstStyle/>
                    <a:p>
                      <a:pPr marL="0" marR="0" algn="r">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උපකරණ හැඳින්වීම:</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gn="r">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gn="r">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ප්‍රායෝගික එසවීමේ සහ චලනය කිරීමේ මෙහෙයුම්:</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gn="r">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gn="r">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ප්‍රායෝගික තොටිල්ල ඉදිකිරීම:</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gn="r">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gn="r">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 </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 </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 </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 </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තොටිල්ල ඉදිකිරීමේ අභ්‍යාසය:</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අධික බර චලනය පාලනය කිරීමේ විවිධ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ක්‍රම ස</a:t>
                      </a:r>
                      <a:r>
                        <a:rPr lang="si-LK" sz="1600" dirty="0">
                          <a:effectLst/>
                          <a:latin typeface="Calibri" panose="020F0502020204030204" pitchFamily="34" charset="0"/>
                          <a:ea typeface="Calibri" panose="020F0502020204030204" pitchFamily="34" charset="0"/>
                          <a:cs typeface="Iskoola Pota" panose="02010503010101010104" pitchFamily="2" charset="0"/>
                        </a:rPr>
                        <a:t>ාකච්ඡා කරන්න.</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සහභ</a:t>
                      </a:r>
                      <a:r>
                        <a:rPr lang="si-LK" sz="1600" dirty="0">
                          <a:effectLst/>
                          <a:latin typeface="Calibri" panose="020F0502020204030204" pitchFamily="34" charset="0"/>
                          <a:ea typeface="Calibri" panose="020F0502020204030204" pitchFamily="34" charset="0"/>
                          <a:cs typeface="Iskoola Pota" panose="02010503010101010104" pitchFamily="2" charset="0"/>
                        </a:rPr>
                        <a:t>ාගිවන්නන් ලිවර්</a:t>
                      </a:r>
                      <a:r>
                        <a:rPr lang="en-US" sz="1600" dirty="0">
                          <a:effectLst/>
                          <a:latin typeface="Calibri" panose="020F0502020204030204" pitchFamily="34" charset="0"/>
                          <a:ea typeface="Calibri" panose="020F0502020204030204" pitchFamily="34" charset="0"/>
                          <a:cs typeface="Iskoola Pota" panose="02010503010101010104" pitchFamily="2" charset="0"/>
                        </a:rPr>
                        <a:t>, </a:t>
                      </a:r>
                      <a:r>
                        <a:rPr lang="si-LK" sz="1600" dirty="0">
                          <a:effectLst/>
                          <a:latin typeface="Calibri" panose="020F0502020204030204" pitchFamily="34" charset="0"/>
                          <a:ea typeface="Calibri" panose="020F0502020204030204" pitchFamily="34" charset="0"/>
                          <a:cs typeface="Iskoola Pota" panose="02010503010101010104" pitchFamily="2" charset="0"/>
                        </a:rPr>
                        <a:t>ක්‍රෝබාර්</a:t>
                      </a:r>
                      <a:r>
                        <a:rPr lang="en-US" sz="1600" dirty="0">
                          <a:effectLst/>
                          <a:latin typeface="Calibri" panose="020F0502020204030204" pitchFamily="34" charset="0"/>
                          <a:ea typeface="Calibri" panose="020F0502020204030204" pitchFamily="34" charset="0"/>
                          <a:cs typeface="Iskoola Pota" panose="02010503010101010104" pitchFamily="2" charset="0"/>
                        </a:rPr>
                        <a:t>, </a:t>
                      </a:r>
                      <a:r>
                        <a:rPr lang="si-LK" sz="1600" dirty="0">
                          <a:effectLst/>
                          <a:latin typeface="Calibri" panose="020F0502020204030204" pitchFamily="34" charset="0"/>
                          <a:ea typeface="Calibri" panose="020F0502020204030204" pitchFamily="34" charset="0"/>
                          <a:cs typeface="Iskoola Pota" panose="02010503010101010104" pitchFamily="2" charset="0"/>
                        </a:rPr>
                        <a:t>රෝලර් භාවිතයෙන්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භාණ්ඩ එසව</a:t>
                      </a:r>
                      <a:r>
                        <a:rPr lang="si-LK" sz="1600" dirty="0">
                          <a:effectLst/>
                          <a:latin typeface="Calibri" panose="020F0502020204030204" pitchFamily="34" charset="0"/>
                          <a:ea typeface="Calibri" panose="020F0502020204030204" pitchFamily="34" charset="0"/>
                          <a:cs typeface="Iskoola Pota" panose="02010503010101010104" pitchFamily="2" charset="0"/>
                        </a:rPr>
                        <a:t>ීම සහ චලනය කිරීම පුහුණු කිරීම සහ කුඤ්ඤ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භ</a:t>
                      </a:r>
                      <a:r>
                        <a:rPr lang="si-LK" sz="1600" dirty="0">
                          <a:effectLst/>
                          <a:latin typeface="Calibri" panose="020F0502020204030204" pitchFamily="34" charset="0"/>
                          <a:ea typeface="Calibri" panose="020F0502020204030204" pitchFamily="34" charset="0"/>
                          <a:cs typeface="Iskoola Pota" panose="02010503010101010104" pitchFamily="2" charset="0"/>
                        </a:rPr>
                        <a:t>ාවිතයෙන්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ඒවා</a:t>
                      </a:r>
                      <a:r>
                        <a:rPr lang="si-LK" sz="16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ප</a:t>
                      </a:r>
                      <a:r>
                        <a:rPr lang="si-LK" sz="1600" dirty="0">
                          <a:effectLst/>
                          <a:latin typeface="Calibri" panose="020F0502020204030204" pitchFamily="34" charset="0"/>
                          <a:ea typeface="Calibri" panose="020F0502020204030204" pitchFamily="34" charset="0"/>
                          <a:cs typeface="Iskoola Pota" panose="02010503010101010104" pitchFamily="2" charset="0"/>
                        </a:rPr>
                        <a:t>ාලනය කිරී</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ම</a:t>
                      </a:r>
                      <a:r>
                        <a:rPr lang="si-LK" sz="1600" baseline="0" dirty="0" smtClean="0">
                          <a:effectLst/>
                          <a:latin typeface="Calibri" panose="020F0502020204030204" pitchFamily="34" charset="0"/>
                          <a:ea typeface="Calibri" panose="020F0502020204030204" pitchFamily="34" charset="0"/>
                          <a:cs typeface="Iskoola Pota" panose="02010503010101010104" pitchFamily="2" charset="0"/>
                        </a:rPr>
                        <a:t> අවබෝධය ලබා දීම.</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ක</a:t>
                      </a:r>
                      <a:r>
                        <a:rPr lang="si-LK" sz="1600" dirty="0">
                          <a:effectLst/>
                          <a:latin typeface="Calibri" panose="020F0502020204030204" pitchFamily="34" charset="0"/>
                          <a:ea typeface="Calibri" panose="020F0502020204030204" pitchFamily="34" charset="0"/>
                          <a:cs typeface="Iskoola Pota" panose="02010503010101010104" pitchFamily="2" charset="0"/>
                        </a:rPr>
                        <a:t>්‍රයිබ් කිරීමේ සැසි සඳහා පහත දැව අවශ්‍ය වනු ඇත: </a:t>
                      </a:r>
                      <a:r>
                        <a:rPr lang="en-US" sz="1600" dirty="0">
                          <a:effectLst/>
                          <a:latin typeface="Calibri" panose="020F0502020204030204" pitchFamily="34" charset="0"/>
                          <a:ea typeface="Calibri" panose="020F0502020204030204" pitchFamily="34" charset="0"/>
                          <a:cs typeface="Iskoola Pota" panose="02010503010101010104" pitchFamily="2" charset="0"/>
                        </a:rPr>
                        <a:t>100mm </a:t>
                      </a:r>
                      <a:r>
                        <a:rPr lang="si-LK" sz="1600" dirty="0">
                          <a:effectLst/>
                          <a:latin typeface="Calibri" panose="020F0502020204030204" pitchFamily="34" charset="0"/>
                          <a:ea typeface="Calibri" panose="020F0502020204030204" pitchFamily="34" charset="0"/>
                          <a:cs typeface="Iskoola Pota" panose="02010503010101010104" pitchFamily="2" charset="0"/>
                        </a:rPr>
                        <a:t>වර්ග.</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100mm sq. x 900mm cribbing</a:t>
                      </a: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100 x 50 mm x 900mm cribbing</a:t>
                      </a: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100mm x 100mm </a:t>
                      </a:r>
                      <a:r>
                        <a:rPr lang="si-LK" sz="1600" dirty="0" smtClean="0">
                          <a:effectLst/>
                          <a:latin typeface="Calibri" panose="020F0502020204030204" pitchFamily="34" charset="0"/>
                          <a:ea typeface="Calibri" panose="020F0502020204030204" pitchFamily="34" charset="0"/>
                          <a:cs typeface="+mn-cs"/>
                        </a:rPr>
                        <a:t>කුඤ්ඤ </a:t>
                      </a:r>
                      <a:endParaRPr lang="si-LK" sz="1600" dirty="0" smtClean="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600" dirty="0" smtClean="0">
                          <a:effectLst/>
                          <a:latin typeface="Calibri" panose="020F0502020204030204" pitchFamily="34" charset="0"/>
                          <a:ea typeface="Calibri" panose="020F0502020204030204" pitchFamily="34" charset="0"/>
                          <a:cs typeface="Iskoola Pota" panose="02010503010101010104" pitchFamily="2" charset="0"/>
                        </a:rPr>
                        <a:t>100mm </a:t>
                      </a:r>
                      <a:r>
                        <a:rPr lang="en-US" sz="1600" dirty="0">
                          <a:effectLst/>
                          <a:latin typeface="Calibri" panose="020F0502020204030204" pitchFamily="34" charset="0"/>
                          <a:ea typeface="Calibri" panose="020F0502020204030204" pitchFamily="34" charset="0"/>
                          <a:cs typeface="Iskoola Pota" panose="02010503010101010104" pitchFamily="2" charset="0"/>
                        </a:rPr>
                        <a:t>x 50mm </a:t>
                      </a:r>
                      <a:r>
                        <a:rPr lang="si-LK" sz="1600" dirty="0" smtClean="0">
                          <a:effectLst/>
                          <a:latin typeface="Calibri" panose="020F0502020204030204" pitchFamily="34" charset="0"/>
                          <a:ea typeface="Calibri" panose="020F0502020204030204" pitchFamily="34" charset="0"/>
                          <a:cs typeface="+mn-cs"/>
                        </a:rPr>
                        <a:t>කුඤ්ඤ </a:t>
                      </a:r>
                      <a:endParaRPr lang="si-LK" sz="1600" dirty="0" smtClean="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600" dirty="0" smtClean="0">
                          <a:effectLst/>
                          <a:latin typeface="Calibri" panose="020F0502020204030204" pitchFamily="34" charset="0"/>
                          <a:ea typeface="Calibri" panose="020F0502020204030204" pitchFamily="34" charset="0"/>
                          <a:cs typeface="Iskoola Pota" panose="02010503010101010104" pitchFamily="2" charset="0"/>
                        </a:rPr>
                        <a:t>25mm </a:t>
                      </a:r>
                      <a:r>
                        <a:rPr lang="en-US" sz="1600" dirty="0">
                          <a:effectLst/>
                          <a:latin typeface="Calibri" panose="020F0502020204030204" pitchFamily="34" charset="0"/>
                          <a:ea typeface="Calibri" panose="020F0502020204030204" pitchFamily="34" charset="0"/>
                          <a:cs typeface="Iskoola Pota" panose="02010503010101010104" pitchFamily="2" charset="0"/>
                        </a:rPr>
                        <a:t>shims</a:t>
                      </a: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සහභ</a:t>
                      </a:r>
                      <a:r>
                        <a:rPr lang="si-LK" sz="1600" dirty="0">
                          <a:effectLst/>
                          <a:latin typeface="Calibri" panose="020F0502020204030204" pitchFamily="34" charset="0"/>
                          <a:ea typeface="Calibri" panose="020F0502020204030204" pitchFamily="34" charset="0"/>
                          <a:cs typeface="Iskoola Pota" panose="02010503010101010104" pitchFamily="2" charset="0"/>
                        </a:rPr>
                        <a:t>ාගිවන්නන් විවිධ තොටිල්ල පද්ධත</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 භාවිතාකර ආරක</a:t>
                      </a:r>
                      <a:r>
                        <a:rPr lang="si-LK" sz="1600" dirty="0">
                          <a:effectLst/>
                          <a:latin typeface="Calibri" panose="020F0502020204030204" pitchFamily="34" charset="0"/>
                          <a:ea typeface="Calibri" panose="020F0502020204030204" pitchFamily="34" charset="0"/>
                          <a:cs typeface="Iskoola Pota" panose="02010503010101010104" pitchFamily="2" charset="0"/>
                        </a:rPr>
                        <a:t>්ෂි</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තව එමගින් එසවීමට ඇති</a:t>
                      </a:r>
                      <a:r>
                        <a:rPr lang="si-LK" sz="16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බර </a:t>
                      </a:r>
                      <a:r>
                        <a:rPr lang="si-LK" sz="1600" dirty="0">
                          <a:effectLst/>
                          <a:latin typeface="Calibri" panose="020F0502020204030204" pitchFamily="34" charset="0"/>
                          <a:ea typeface="Calibri" panose="020F0502020204030204" pitchFamily="34" charset="0"/>
                          <a:cs typeface="Iskoola Pota" panose="02010503010101010104" pitchFamily="2" charset="0"/>
                        </a:rPr>
                        <a:t>සහ උස පිළිබඳ අවබෝධයක් ලබා ගත යුතුය</a:t>
                      </a:r>
                      <a:r>
                        <a:rPr lang="en-US" sz="1600" dirty="0">
                          <a:effectLst/>
                          <a:latin typeface="Calibri" panose="020F0502020204030204" pitchFamily="34" charset="0"/>
                          <a:ea typeface="Calibri" panose="020F0502020204030204" pitchFamily="34" charset="0"/>
                          <a:cs typeface="Iskoola Pota" panose="02010503010101010104" pitchFamily="2" charset="0"/>
                        </a:rPr>
                        <a:t>, </a:t>
                      </a:r>
                      <a:endParaRPr lang="si-LK" sz="1600" dirty="0" smtClean="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600" dirty="0" smtClean="0">
                          <a:effectLst/>
                          <a:latin typeface="Calibri" panose="020F0502020204030204" pitchFamily="34" charset="0"/>
                          <a:ea typeface="Calibri" panose="020F0502020204030204" pitchFamily="34" charset="0"/>
                          <a:cs typeface="Iskoola Pota" panose="02010503010101010104" pitchFamily="2" charset="0"/>
                        </a:rPr>
                        <a:t> එසවීම පිළිබදව ස්ථාන හතර </a:t>
                      </a:r>
                      <a:r>
                        <a:rPr lang="si-LK" sz="1600" dirty="0">
                          <a:effectLst/>
                          <a:latin typeface="Calibri" panose="020F0502020204030204" pitchFamily="34" charset="0"/>
                          <a:ea typeface="Calibri" panose="020F0502020204030204" pitchFamily="34" charset="0"/>
                          <a:cs typeface="Iskoola Pota" panose="02010503010101010104" pitchFamily="2" charset="0"/>
                        </a:rPr>
                        <a:t>සහ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නවයේ </a:t>
                      </a:r>
                      <a:r>
                        <a:rPr lang="si-LK" sz="1600" dirty="0">
                          <a:effectLst/>
                          <a:latin typeface="Calibri" panose="020F0502020204030204" pitchFamily="34" charset="0"/>
                          <a:ea typeface="Calibri" panose="020F0502020204030204" pitchFamily="34" charset="0"/>
                          <a:cs typeface="Iskoola Pota" panose="02010503010101010104" pitchFamily="2" charset="0"/>
                        </a:rPr>
                        <a:t>පද්ධත</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 භාවිතාකර  </a:t>
                      </a:r>
                      <a:r>
                        <a:rPr lang="si-LK" sz="1600" dirty="0">
                          <a:effectLst/>
                          <a:latin typeface="Calibri" panose="020F0502020204030204" pitchFamily="34" charset="0"/>
                          <a:ea typeface="Calibri" panose="020F0502020204030204" pitchFamily="34" charset="0"/>
                          <a:cs typeface="Iskoola Pota" panose="02010503010101010104" pitchFamily="2" charset="0"/>
                        </a:rPr>
                        <a:t>ආරක්ෂිත වැඩ භාරය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එසවීම පිළිබදව</a:t>
                      </a:r>
                      <a:r>
                        <a:rPr lang="si-LK" sz="16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ව</a:t>
                      </a:r>
                      <a:r>
                        <a:rPr lang="si-LK" sz="1600" dirty="0">
                          <a:effectLst/>
                          <a:latin typeface="Calibri" panose="020F0502020204030204" pitchFamily="34" charset="0"/>
                          <a:ea typeface="Calibri" panose="020F0502020204030204" pitchFamily="34" charset="0"/>
                          <a:cs typeface="Iskoola Pota" panose="02010503010101010104" pitchFamily="2" charset="0"/>
                        </a:rPr>
                        <a:t>ිස්තර කරන්න</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ඉසිලීමේ අරමුණු සඳහ</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 භාවිතාකරන </a:t>
                      </a:r>
                      <a:r>
                        <a:rPr lang="si-LK" sz="1600" dirty="0">
                          <a:effectLst/>
                          <a:latin typeface="Calibri" panose="020F0502020204030204" pitchFamily="34" charset="0"/>
                          <a:ea typeface="Calibri" panose="020F0502020204030204" pitchFamily="34" charset="0"/>
                          <a:cs typeface="Iskoola Pota" panose="02010503010101010104" pitchFamily="2" charset="0"/>
                        </a:rPr>
                        <a:t>ස්ථාන හතරක පද්ධතියක ආරක්ෂි</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තව එසවිය හැකි බර පිළිබදව </a:t>
                      </a:r>
                      <a:r>
                        <a:rPr lang="si-LK" sz="1600" dirty="0">
                          <a:effectLst/>
                          <a:latin typeface="Calibri" panose="020F0502020204030204" pitchFamily="34" charset="0"/>
                          <a:ea typeface="Calibri" panose="020F0502020204030204" pitchFamily="34" charset="0"/>
                          <a:cs typeface="Iskoola Pota" panose="02010503010101010104" pitchFamily="2" charset="0"/>
                        </a:rPr>
                        <a:t>විස්තර කරන්</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න</a:t>
                      </a:r>
                    </a:p>
                    <a:p>
                      <a:pPr marL="0" marR="0">
                        <a:lnSpc>
                          <a:spcPct val="107000"/>
                        </a:lnSpc>
                        <a:spcBef>
                          <a:spcPts val="0"/>
                        </a:spcBef>
                        <a:spcAft>
                          <a:spcPts val="0"/>
                        </a:spcAft>
                      </a:pPr>
                      <a:r>
                        <a:rPr lang="si-LK" sz="1600" dirty="0" smtClean="0">
                          <a:effectLst/>
                          <a:latin typeface="Calibri" panose="020F0502020204030204" pitchFamily="34" charset="0"/>
                          <a:ea typeface="Calibri" panose="020F0502020204030204" pitchFamily="34" charset="0"/>
                          <a:cs typeface="Iskoola Pota" panose="02010503010101010104" pitchFamily="2" charset="0"/>
                        </a:rPr>
                        <a:t>ස්ථාන</a:t>
                      </a:r>
                      <a:r>
                        <a:rPr lang="si-LK" sz="16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හතරක</a:t>
                      </a:r>
                      <a:r>
                        <a:rPr lang="si-LK" sz="1600" dirty="0">
                          <a:effectLst/>
                          <a:latin typeface="Calibri" panose="020F0502020204030204" pitchFamily="34" charset="0"/>
                          <a:ea typeface="Calibri" panose="020F0502020204030204" pitchFamily="34" charset="0"/>
                          <a:cs typeface="Iskoola Pota" panose="02010503010101010104" pitchFamily="2" charset="0"/>
                        </a:rPr>
                        <a:t>් සහ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නවයේ</a:t>
                      </a:r>
                      <a:r>
                        <a:rPr lang="si-LK" sz="16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600" dirty="0">
                          <a:effectLst/>
                          <a:latin typeface="Calibri" panose="020F0502020204030204" pitchFamily="34" charset="0"/>
                          <a:ea typeface="Calibri" panose="020F0502020204030204" pitchFamily="34" charset="0"/>
                          <a:cs typeface="Iskoola Pota" panose="02010503010101010104" pitchFamily="2" charset="0"/>
                        </a:rPr>
                        <a:t>තොටිල්ලක ආරක්ෂිත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බර එසවිය හැකි </a:t>
                      </a:r>
                      <a:r>
                        <a:rPr lang="si-LK" sz="1600" dirty="0">
                          <a:effectLst/>
                          <a:latin typeface="Calibri" panose="020F0502020204030204" pitchFamily="34" charset="0"/>
                          <a:ea typeface="Calibri" panose="020F0502020204030204" pitchFamily="34" charset="0"/>
                          <a:cs typeface="Iskoola Pota" panose="02010503010101010104" pitchFamily="2" charset="0"/>
                        </a:rPr>
                        <a:t>උස විස්තර කරන්න</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2907026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Overlay-2ColumnText.png"/>
          <p:cNvPicPr/>
          <p:nvPr/>
        </p:nvPicPr>
        <p:blipFill>
          <a:blip r:embed="rId2"/>
          <a:stretch>
            <a:fillRect/>
          </a:stretch>
        </p:blipFill>
        <p:spPr>
          <a:xfrm>
            <a:off x="308473" y="879087"/>
            <a:ext cx="3340100" cy="5688981"/>
          </a:xfrm>
          <a:prstGeom prst="round2DiagRect">
            <a:avLst/>
          </a:prstGeom>
          <a:gradFill flip="none" rotWithShape="1">
            <a:gsLst>
              <a:gs pos="0">
                <a:srgbClr val="38ABED"/>
              </a:gs>
              <a:gs pos="100000">
                <a:srgbClr val="1B3861"/>
              </a:gs>
            </a:gsLst>
            <a:lin ang="5400000" scaled="0"/>
            <a:tileRect/>
          </a:gradFill>
        </p:spPr>
      </p:pic>
      <p:pic>
        <p:nvPicPr>
          <p:cNvPr id="10" name="Picture 9"/>
          <p:cNvPicPr>
            <a:picLocks noChangeAspect="1"/>
          </p:cNvPicPr>
          <p:nvPr/>
        </p:nvPicPr>
        <p:blipFill rotWithShape="1">
          <a:blip r:embed="rId3"/>
          <a:srcRect l="28796" t="18296" r="53241" b="76370"/>
          <a:stretch/>
        </p:blipFill>
        <p:spPr>
          <a:xfrm>
            <a:off x="390071" y="136525"/>
            <a:ext cx="2463800" cy="457200"/>
          </a:xfrm>
          <a:prstGeom prst="rect">
            <a:avLst/>
          </a:prstGeom>
        </p:spPr>
      </p:pic>
      <p:sp>
        <p:nvSpPr>
          <p:cNvPr id="4" name="Title 3"/>
          <p:cNvSpPr txBox="1">
            <a:spLocks noGrp="1"/>
          </p:cNvSpPr>
          <p:nvPr>
            <p:ph type="title"/>
          </p:nvPr>
        </p:nvSpPr>
        <p:spPr>
          <a:xfrm>
            <a:off x="490653" y="1198204"/>
            <a:ext cx="4371278" cy="978729"/>
          </a:xfrm>
          <a:prstGeom prst="rect">
            <a:avLst/>
          </a:prstGeom>
          <a:noFill/>
        </p:spPr>
        <p:txBody>
          <a:bodyPr wrap="square" rtlCol="0">
            <a:spAutoFit/>
          </a:bodyPr>
          <a:lstStyle/>
          <a:p>
            <a:r>
              <a:rPr lang="si-LK" sz="3200" b="1" dirty="0" smtClean="0">
                <a:solidFill>
                  <a:prstClr val="black"/>
                </a:solidFill>
                <a:latin typeface="Calibri Light" panose="020F0302020204030204"/>
              </a:rPr>
              <a:t>පළමුවන </a:t>
            </a:r>
            <a:br>
              <a:rPr lang="si-LK" sz="3200" b="1" dirty="0" smtClean="0">
                <a:solidFill>
                  <a:prstClr val="black"/>
                </a:solidFill>
                <a:latin typeface="Calibri Light" panose="020F0302020204030204"/>
              </a:rPr>
            </a:br>
            <a:r>
              <a:rPr lang="si-LK" sz="3200" b="1" dirty="0" smtClean="0">
                <a:solidFill>
                  <a:prstClr val="black"/>
                </a:solidFill>
                <a:latin typeface="Calibri Light" panose="020F0302020204030204"/>
              </a:rPr>
              <a:t>ප්‍රතිචාර දක්වන්නා</a:t>
            </a:r>
            <a:endParaRPr lang="en-US" sz="3200" b="1" dirty="0"/>
          </a:p>
        </p:txBody>
      </p:sp>
      <p:sp>
        <p:nvSpPr>
          <p:cNvPr id="3" name="Content Placeholder 2"/>
          <p:cNvSpPr>
            <a:spLocks noGrp="1"/>
          </p:cNvSpPr>
          <p:nvPr>
            <p:ph idx="1"/>
          </p:nvPr>
        </p:nvSpPr>
        <p:spPr>
          <a:xfrm>
            <a:off x="308473" y="2467781"/>
            <a:ext cx="11001784" cy="4694918"/>
          </a:xfrm>
          <a:noFill/>
          <a:ln>
            <a:noFill/>
          </a:ln>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si-LK" sz="2400" dirty="0"/>
              <a:t>ඉදිරිපත් කිරිමේ මාතෘකා</a:t>
            </a:r>
            <a:r>
              <a:rPr lang="si-LK" sz="2400" dirty="0" smtClean="0"/>
              <a:t>ව	:- එසවීම සහ චලනය කිරිමේ මෙහෙයුම්</a:t>
            </a:r>
            <a:r>
              <a:rPr lang="en-US" sz="2400" dirty="0"/>
              <a:t/>
            </a:r>
            <a:br>
              <a:rPr lang="en-US" sz="2400" dirty="0"/>
            </a:br>
            <a:r>
              <a:rPr lang="si-LK" sz="2400" dirty="0" smtClean="0"/>
              <a:t>	ම</a:t>
            </a:r>
            <a:r>
              <a:rPr lang="si-LK" sz="2400" dirty="0"/>
              <a:t>ොඩියුලර</a:t>
            </a:r>
            <a:r>
              <a:rPr lang="si-LK" sz="2400" dirty="0" smtClean="0"/>
              <a:t>්		: 5.3</a:t>
            </a:r>
          </a:p>
          <a:p>
            <a:pPr marL="0" indent="0">
              <a:buNone/>
            </a:pPr>
            <a:r>
              <a:rPr lang="si-LK" sz="2400" dirty="0" smtClean="0"/>
              <a:t>ඉදිරිපත් කරන්නන්/ උපදේශක	:- ඉදිරිපත් කරන්නන්ගේ නම මෙහි </a:t>
            </a:r>
            <a:r>
              <a:rPr lang="si-LK" sz="2400" dirty="0"/>
              <a:t>එක</a:t>
            </a:r>
            <a:r>
              <a:rPr lang="si-LK" sz="2400" dirty="0" smtClean="0"/>
              <a:t>් කරන</a:t>
            </a:r>
            <a:r>
              <a:rPr lang="si-LK" sz="2400" dirty="0"/>
              <a:t>්න.</a:t>
            </a:r>
            <a:r>
              <a:rPr lang="si-LK" sz="2400" dirty="0" smtClean="0"/>
              <a:t>					</a:t>
            </a:r>
          </a:p>
          <a:p>
            <a:pPr marL="0" indent="0">
              <a:buNone/>
            </a:pPr>
            <a:r>
              <a:rPr lang="en-US" dirty="0"/>
              <a:t/>
            </a:r>
            <a:br>
              <a:rPr lang="en-US" dirty="0"/>
            </a:br>
            <a:r>
              <a:rPr lang="en-US" dirty="0"/>
              <a:t/>
            </a:r>
            <a:br>
              <a:rPr lang="en-US" dirty="0"/>
            </a:br>
            <a:endParaRPr lang="si-LK" dirty="0" smtClean="0"/>
          </a:p>
          <a:p>
            <a:pPr marL="0" indent="0">
              <a:buNone/>
            </a:pPr>
            <a:endParaRPr lang="si-LK" dirty="0" smtClean="0"/>
          </a:p>
          <a:p>
            <a:pPr marL="0" indent="0">
              <a:buNone/>
            </a:pPr>
            <a:r>
              <a:rPr lang="en-US" sz="1900" dirty="0" smtClean="0">
                <a:solidFill>
                  <a:schemeClr val="bg1"/>
                </a:solidFill>
              </a:rPr>
              <a:t>Coordination Saves Lives</a:t>
            </a:r>
            <a:r>
              <a:rPr lang="en-US" dirty="0" smtClean="0"/>
              <a:t>							</a:t>
            </a:r>
          </a:p>
          <a:p>
            <a:pPr marL="0" indent="0">
              <a:buNone/>
            </a:pPr>
            <a:r>
              <a:rPr lang="en-US" dirty="0"/>
              <a:t>	</a:t>
            </a:r>
            <a:r>
              <a:rPr lang="en-US" dirty="0" smtClean="0"/>
              <a:t>									</a:t>
            </a:r>
            <a:r>
              <a:rPr lang="si-LK" dirty="0" smtClean="0"/>
              <a:t>	</a:t>
            </a:r>
            <a:endParaRPr lang="en-US" dirty="0"/>
          </a:p>
        </p:txBody>
      </p:sp>
      <p:pic>
        <p:nvPicPr>
          <p:cNvPr id="11" name="Picture 10"/>
          <p:cNvPicPr>
            <a:picLocks noChangeAspect="1"/>
          </p:cNvPicPr>
          <p:nvPr/>
        </p:nvPicPr>
        <p:blipFill rotWithShape="1">
          <a:blip r:embed="rId3"/>
          <a:srcRect l="28981" t="79333" r="13981" b="13852"/>
          <a:stretch/>
        </p:blipFill>
        <p:spPr>
          <a:xfrm>
            <a:off x="186871" y="6176963"/>
            <a:ext cx="11907157" cy="681037"/>
          </a:xfrm>
          <a:prstGeom prst="rect">
            <a:avLst/>
          </a:prstGeom>
        </p:spPr>
      </p:pic>
    </p:spTree>
    <p:extLst>
      <p:ext uri="{BB962C8B-B14F-4D97-AF65-F5344CB8AC3E}">
        <p14:creationId xmlns:p14="http://schemas.microsoft.com/office/powerpoint/2010/main" val="401051383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0071" y="1042635"/>
            <a:ext cx="6281058" cy="4235763"/>
          </a:xfrm>
        </p:spPr>
        <p:txBody>
          <a:bodyPr>
            <a:normAutofit/>
          </a:bodyPr>
          <a:lstStyle/>
          <a:p>
            <a:pPr marL="0" indent="0" algn="ctr">
              <a:buNone/>
            </a:pPr>
            <a:endParaRPr lang="en-US" sz="3600" b="1" dirty="0"/>
          </a:p>
          <a:p>
            <a:pPr marL="0" indent="0" algn="ctr">
              <a:buNone/>
            </a:pPr>
            <a:r>
              <a:rPr lang="si-LK" sz="4400" dirty="0" smtClean="0">
                <a:latin typeface="Calibri" panose="020F0502020204030204" pitchFamily="34" charset="0"/>
                <a:ea typeface="Calibri" panose="020F0502020204030204" pitchFamily="34" charset="0"/>
                <a:cs typeface="Iskoola Pota" panose="02010503010101010104" pitchFamily="2" charset="0"/>
              </a:rPr>
              <a:t>එසවීම සහ චලනය කිරීමේ මෙහෙයුම්</a:t>
            </a:r>
            <a:endParaRPr lang="si-LK" sz="4400" b="1" dirty="0"/>
          </a:p>
          <a:p>
            <a:pPr marL="0" indent="0" algn="ctr">
              <a:buNone/>
            </a:pPr>
            <a:endParaRPr lang="en-US" sz="3600" b="1" dirty="0" smtClean="0"/>
          </a:p>
          <a:p>
            <a:pPr marL="0" indent="0" algn="ctr">
              <a:buNone/>
            </a:pPr>
            <a:endParaRPr lang="si-LK" sz="3600" b="1" dirty="0" smtClean="0"/>
          </a:p>
          <a:p>
            <a:endParaRPr lang="si-LK" dirty="0"/>
          </a:p>
          <a:p>
            <a:endParaRPr lang="en-US" dirty="0"/>
          </a:p>
          <a:p>
            <a:endParaRPr lang="en-US" dirty="0"/>
          </a:p>
        </p:txBody>
      </p:sp>
      <p:pic>
        <p:nvPicPr>
          <p:cNvPr id="9" name="Picture 8"/>
          <p:cNvPicPr>
            <a:picLocks noChangeAspect="1"/>
          </p:cNvPicPr>
          <p:nvPr/>
        </p:nvPicPr>
        <p:blipFill rotWithShape="1">
          <a:blip r:embed="rId2"/>
          <a:srcRect l="28796" t="18296" r="53241" b="76370"/>
          <a:stretch/>
        </p:blipFill>
        <p:spPr>
          <a:xfrm>
            <a:off x="390071" y="136525"/>
            <a:ext cx="2463800" cy="457200"/>
          </a:xfrm>
          <a:prstGeom prst="rect">
            <a:avLst/>
          </a:prstGeom>
        </p:spPr>
      </p:pic>
      <p:pic>
        <p:nvPicPr>
          <p:cNvPr id="10" name="Picture 9"/>
          <p:cNvPicPr>
            <a:picLocks noChangeAspect="1"/>
          </p:cNvPicPr>
          <p:nvPr/>
        </p:nvPicPr>
        <p:blipFill rotWithShape="1">
          <a:blip r:embed="rId2"/>
          <a:srcRect l="28981" t="79333" r="13981" b="13852"/>
          <a:stretch/>
        </p:blipFill>
        <p:spPr>
          <a:xfrm>
            <a:off x="186871" y="6176963"/>
            <a:ext cx="11907157" cy="681037"/>
          </a:xfrm>
          <a:prstGeom prst="rect">
            <a:avLst/>
          </a:prstGeom>
        </p:spPr>
      </p:pic>
      <p:pic>
        <p:nvPicPr>
          <p:cNvPr id="11" name="Picture 10" descr="Overlay-2ColumnText.png"/>
          <p:cNvPicPr/>
          <p:nvPr/>
        </p:nvPicPr>
        <p:blipFill>
          <a:blip r:embed="rId3"/>
          <a:stretch>
            <a:fillRect/>
          </a:stretch>
        </p:blipFill>
        <p:spPr>
          <a:xfrm>
            <a:off x="8244158" y="223365"/>
            <a:ext cx="3340100" cy="5688981"/>
          </a:xfrm>
          <a:prstGeom prst="round2DiagRect">
            <a:avLst/>
          </a:prstGeom>
          <a:gradFill flip="none" rotWithShape="1">
            <a:gsLst>
              <a:gs pos="0">
                <a:srgbClr val="38ABED"/>
              </a:gs>
              <a:gs pos="100000">
                <a:srgbClr val="1B3861"/>
              </a:gs>
            </a:gsLst>
            <a:lin ang="5400000" scaled="0"/>
            <a:tileRect/>
          </a:gradFill>
        </p:spPr>
      </p:pic>
      <p:sp>
        <p:nvSpPr>
          <p:cNvPr id="12" name="Title 3"/>
          <p:cNvSpPr txBox="1">
            <a:spLocks noGrp="1"/>
          </p:cNvSpPr>
          <p:nvPr>
            <p:ph type="title"/>
          </p:nvPr>
        </p:nvSpPr>
        <p:spPr>
          <a:xfrm>
            <a:off x="8668899" y="372126"/>
            <a:ext cx="2652244" cy="1089529"/>
          </a:xfrm>
          <a:prstGeom prst="rect">
            <a:avLst/>
          </a:prstGeom>
          <a:noFill/>
        </p:spPr>
        <p:txBody>
          <a:bodyPr wrap="square" rtlCol="0">
            <a:spAutoFit/>
          </a:bodyPr>
          <a:lstStyle/>
          <a:p>
            <a:pPr algn="r"/>
            <a:r>
              <a:rPr lang="si-LK" sz="3600" b="1" dirty="0" smtClean="0">
                <a:solidFill>
                  <a:prstClr val="black"/>
                </a:solidFill>
                <a:latin typeface="Calibri Light" panose="020F0302020204030204"/>
              </a:rPr>
              <a:t>පළමු ප්‍රතිචාරකයා</a:t>
            </a:r>
            <a:endParaRPr lang="en-US" sz="3600" b="1" dirty="0"/>
          </a:p>
        </p:txBody>
      </p:sp>
      <p:sp>
        <p:nvSpPr>
          <p:cNvPr id="13" name="Rectangle 12"/>
          <p:cNvSpPr/>
          <p:nvPr/>
        </p:nvSpPr>
        <p:spPr>
          <a:xfrm>
            <a:off x="8668899" y="5278398"/>
            <a:ext cx="2490618" cy="369332"/>
          </a:xfrm>
          <a:prstGeom prst="rect">
            <a:avLst/>
          </a:prstGeom>
        </p:spPr>
        <p:txBody>
          <a:bodyPr wrap="none">
            <a:spAutoFit/>
          </a:bodyPr>
          <a:lstStyle/>
          <a:p>
            <a:r>
              <a:rPr lang="en-US" dirty="0">
                <a:solidFill>
                  <a:schemeClr val="bg1"/>
                </a:solidFill>
              </a:rPr>
              <a:t>Coordination Saves Lives</a:t>
            </a:r>
          </a:p>
        </p:txBody>
      </p:sp>
    </p:spTree>
    <p:extLst>
      <p:ext uri="{BB962C8B-B14F-4D97-AF65-F5344CB8AC3E}">
        <p14:creationId xmlns:p14="http://schemas.microsoft.com/office/powerpoint/2010/main" val="289726014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2" name="Rectangle 1"/>
          <p:cNvSpPr/>
          <p:nvPr/>
        </p:nvSpPr>
        <p:spPr>
          <a:xfrm>
            <a:off x="751113" y="1361656"/>
            <a:ext cx="8632373" cy="2075889"/>
          </a:xfrm>
          <a:prstGeom prst="rect">
            <a:avLst/>
          </a:prstGeom>
        </p:spPr>
        <p:txBody>
          <a:bodyPr wrap="square">
            <a:spAutoFit/>
          </a:bodyPr>
          <a:lstStyle/>
          <a:p>
            <a:pPr>
              <a:lnSpc>
                <a:spcPct val="107000"/>
              </a:lnSpc>
              <a:spcAft>
                <a:spcPts val="800"/>
              </a:spcAft>
            </a:pPr>
            <a:r>
              <a:rPr lang="si-LK" sz="3600" dirty="0" smtClean="0">
                <a:latin typeface="Calibri" panose="020F0502020204030204" pitchFamily="34" charset="0"/>
                <a:ea typeface="Calibri" panose="020F0502020204030204" pitchFamily="34" charset="0"/>
                <a:cs typeface="Iskoola Pota" panose="02010503010101010104" pitchFamily="2" charset="0"/>
              </a:rPr>
              <a:t>එසවීම සහ චලනය කිරිමේ මෙහෙයුම්</a:t>
            </a:r>
            <a:endParaRPr lang="si-LK" sz="3600" dirty="0" smtClean="0">
              <a:latin typeface="Calibri" panose="020F0502020204030204" pitchFamily="34" charset="0"/>
              <a:ea typeface="Calibri" panose="020F0502020204030204" pitchFamily="34" charset="0"/>
            </a:endParaRPr>
          </a:p>
          <a:p>
            <a:pPr>
              <a:lnSpc>
                <a:spcPct val="107000"/>
              </a:lnSpc>
              <a:spcAft>
                <a:spcPts val="800"/>
              </a:spcAft>
            </a:pPr>
            <a:r>
              <a:rPr lang="si-LK" sz="3600" dirty="0" smtClean="0">
                <a:latin typeface="Calibri" panose="020F0502020204030204" pitchFamily="34" charset="0"/>
                <a:ea typeface="Calibri" panose="020F0502020204030204" pitchFamily="34" charset="0"/>
                <a:cs typeface="Iskoola Pota" panose="02010503010101010104" pitchFamily="2" charset="0"/>
              </a:rPr>
              <a:t>ඉගෙන ගැනිමේ  ප්‍රතිඵල:</a:t>
            </a:r>
          </a:p>
          <a:p>
            <a:pPr>
              <a:lnSpc>
                <a:spcPct val="107000"/>
              </a:lnSpc>
              <a:spcAft>
                <a:spcPts val="800"/>
              </a:spcAft>
            </a:pPr>
            <a:endParaRPr lang="en-US" sz="3600" dirty="0">
              <a:latin typeface="Calibri" panose="020F0502020204030204" pitchFamily="34" charset="0"/>
              <a:ea typeface="Calibri" panose="020F0502020204030204" pitchFamily="34" charset="0"/>
              <a:cs typeface="Iskoola Pota" panose="02010503010101010104" pitchFamily="2" charset="0"/>
            </a:endParaRPr>
          </a:p>
        </p:txBody>
      </p:sp>
      <p:sp>
        <p:nvSpPr>
          <p:cNvPr id="3" name="Rectangle 2"/>
          <p:cNvSpPr/>
          <p:nvPr/>
        </p:nvSpPr>
        <p:spPr>
          <a:xfrm>
            <a:off x="751112" y="3116066"/>
            <a:ext cx="9955469" cy="1833131"/>
          </a:xfrm>
          <a:prstGeom prst="rect">
            <a:avLst/>
          </a:prstGeom>
        </p:spPr>
        <p:txBody>
          <a:bodyPr wrap="square">
            <a:spAutoFit/>
          </a:bodyPr>
          <a:lstStyle/>
          <a:p>
            <a:pPr marL="342900" lvl="0" indent="-342900">
              <a:buFont typeface="Arial" panose="020B0604020202020204" pitchFamily="34" charset="0"/>
              <a:buChar char="•"/>
            </a:pPr>
            <a:r>
              <a:rPr lang="si-LK" sz="2400" dirty="0"/>
              <a:t>බර සුන්බුන් එසවීමට සහ චලනය කිරීමට ඉගෙන ගන්න</a:t>
            </a:r>
            <a:endParaRPr lang="en-US" sz="2400" dirty="0"/>
          </a:p>
          <a:p>
            <a:pPr marL="342900" lvl="0" indent="-342900">
              <a:buFont typeface="Arial" panose="020B0604020202020204" pitchFamily="34" charset="0"/>
              <a:buChar char="•"/>
            </a:pPr>
            <a:r>
              <a:rPr lang="si-LK" sz="2400" dirty="0" smtClean="0"/>
              <a:t>ස</a:t>
            </a:r>
            <a:r>
              <a:rPr lang="si-LK" sz="2400" dirty="0"/>
              <a:t>ුන්බුන් මත ගමන් කිරීමේදී භූමියේ බලපෑම තේරුම් ගන්න</a:t>
            </a:r>
            <a:r>
              <a:rPr lang="en-US" sz="2400" dirty="0"/>
              <a:t>.</a:t>
            </a:r>
          </a:p>
          <a:p>
            <a:pPr marL="342900" lvl="0" indent="-342900">
              <a:buFont typeface="Arial" panose="020B0604020202020204" pitchFamily="34" charset="0"/>
              <a:buChar char="•"/>
            </a:pPr>
            <a:r>
              <a:rPr lang="si-LK" sz="2400" dirty="0" smtClean="0"/>
              <a:t>ස</a:t>
            </a:r>
            <a:r>
              <a:rPr lang="si-LK" sz="2400" dirty="0"/>
              <a:t>ුන්බුන් සුරක්ෂිත කිරීම සඳහා </a:t>
            </a:r>
            <a:r>
              <a:rPr lang="en-US" sz="2400" dirty="0" err="1" smtClean="0"/>
              <a:t>Cribb</a:t>
            </a:r>
            <a:r>
              <a:rPr lang="en-US" sz="2400" dirty="0" smtClean="0"/>
              <a:t> </a:t>
            </a:r>
            <a:r>
              <a:rPr lang="si-LK" sz="2400" dirty="0" smtClean="0"/>
              <a:t>භ</a:t>
            </a:r>
            <a:r>
              <a:rPr lang="si-LK" sz="2400" dirty="0"/>
              <a:t>ාවිතා කිරීම ඇතුළුව එසවීමේදී ආරක්ෂිත පූර්වාරක්ෂාවන් පිළිබඳව දැනුවත් වන්න</a:t>
            </a:r>
            <a:endParaRPr lang="en-US" sz="2400" dirty="0"/>
          </a:p>
          <a:p>
            <a:pPr marL="342900" marR="0" lvl="0" indent="-342900">
              <a:lnSpc>
                <a:spcPct val="107000"/>
              </a:lnSpc>
              <a:spcBef>
                <a:spcPts val="0"/>
              </a:spcBef>
              <a:spcAft>
                <a:spcPts val="0"/>
              </a:spcAft>
              <a:buFont typeface="Wingdings" panose="05000000000000000000" pitchFamily="2" charset="2"/>
              <a:buChar char=""/>
            </a:pP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352426326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3"/>
          <a:srcRect l="28981" t="79333" r="13981" b="13852"/>
          <a:stretch/>
        </p:blipFill>
        <p:spPr>
          <a:xfrm>
            <a:off x="186871" y="6176963"/>
            <a:ext cx="11907157" cy="681037"/>
          </a:xfrm>
          <a:prstGeom prst="rect">
            <a:avLst/>
          </a:prstGeom>
        </p:spPr>
      </p:pic>
      <p:sp>
        <p:nvSpPr>
          <p:cNvPr id="6" name="Content Placeholder 2"/>
          <p:cNvSpPr>
            <a:spLocks noGrp="1"/>
          </p:cNvSpPr>
          <p:nvPr>
            <p:ph idx="1"/>
          </p:nvPr>
        </p:nvSpPr>
        <p:spPr>
          <a:xfrm>
            <a:off x="390069" y="740229"/>
            <a:ext cx="11158463" cy="5321904"/>
          </a:xfrm>
        </p:spPr>
        <p:txBody>
          <a:bodyPr>
            <a:normAutofit fontScale="70000" lnSpcReduction="20000"/>
          </a:bodyPr>
          <a:lstStyle/>
          <a:p>
            <a:pPr marL="0" indent="0">
              <a:buNone/>
            </a:pPr>
            <a:r>
              <a:rPr lang="si-LK" sz="5100" dirty="0" smtClean="0">
                <a:latin typeface="Calibri" panose="020F0502020204030204" pitchFamily="34" charset="0"/>
                <a:ea typeface="Calibri" panose="020F0502020204030204" pitchFamily="34" charset="0"/>
                <a:cs typeface="Iskoola Pota" panose="02010503010101010104" pitchFamily="2" charset="0"/>
              </a:rPr>
              <a:t>එසවීම සහ චලනය කිරිමේ මෙහෙයුම්</a:t>
            </a:r>
            <a:endParaRPr lang="en-US" sz="5100" dirty="0" smtClean="0">
              <a:latin typeface="Calibri" panose="020F0502020204030204" pitchFamily="34" charset="0"/>
              <a:ea typeface="Calibri" panose="020F0502020204030204" pitchFamily="34" charset="0"/>
            </a:endParaRPr>
          </a:p>
          <a:p>
            <a:pPr marL="0" indent="0">
              <a:buNone/>
            </a:pPr>
            <a:r>
              <a:rPr lang="si-LK" sz="5100" dirty="0" smtClean="0">
                <a:latin typeface="Calibri" panose="020F0502020204030204" pitchFamily="34" charset="0"/>
                <a:ea typeface="Calibri" panose="020F0502020204030204" pitchFamily="34" charset="0"/>
              </a:rPr>
              <a:t>විකල්ප ක්‍රමය</a:t>
            </a:r>
          </a:p>
          <a:p>
            <a:pPr marL="0" indent="0">
              <a:buNone/>
            </a:pPr>
            <a:endParaRPr lang="si-LK" sz="4500" dirty="0" smtClean="0">
              <a:latin typeface="Calibri" panose="020F0502020204030204" pitchFamily="34" charset="0"/>
              <a:ea typeface="Calibri" panose="020F0502020204030204" pitchFamily="34" charset="0"/>
            </a:endParaRPr>
          </a:p>
          <a:p>
            <a:r>
              <a:rPr lang="si-LK" sz="3800" dirty="0" smtClean="0"/>
              <a:t>මග හැරීම</a:t>
            </a:r>
            <a:r>
              <a:rPr lang="en-US" sz="3800" dirty="0" smtClean="0"/>
              <a:t> </a:t>
            </a:r>
            <a:r>
              <a:rPr lang="en-US" sz="3800" dirty="0"/>
              <a:t>- </a:t>
            </a:r>
            <a:r>
              <a:rPr lang="si-LK" sz="3800" dirty="0"/>
              <a:t>සුන්බුන් </a:t>
            </a:r>
            <a:r>
              <a:rPr lang="si-LK" sz="3800" dirty="0" smtClean="0"/>
              <a:t>ඇති ස්ථානවල ව</a:t>
            </a:r>
            <a:r>
              <a:rPr lang="si-LK" sz="3800" dirty="0"/>
              <a:t>ැඩ කිරීම</a:t>
            </a:r>
            <a:r>
              <a:rPr lang="en-US" sz="3800" dirty="0"/>
              <a:t> - </a:t>
            </a:r>
            <a:r>
              <a:rPr lang="si-LK" sz="3800" dirty="0"/>
              <a:t>අස්ථායී නම්</a:t>
            </a:r>
            <a:r>
              <a:rPr lang="en-US" sz="3800" dirty="0"/>
              <a:t>, </a:t>
            </a:r>
            <a:r>
              <a:rPr lang="si-LK" sz="3800" dirty="0"/>
              <a:t>සියලු දෙනා ආරක්ෂිත දුරින් තබා ගන්</a:t>
            </a:r>
            <a:r>
              <a:rPr lang="si-LK" sz="3800" dirty="0" smtClean="0"/>
              <a:t>න</a:t>
            </a:r>
          </a:p>
          <a:p>
            <a:endParaRPr lang="en-US" sz="3800" dirty="0"/>
          </a:p>
          <a:p>
            <a:r>
              <a:rPr lang="en-US" sz="3800" dirty="0"/>
              <a:t> </a:t>
            </a:r>
            <a:r>
              <a:rPr lang="si-LK" sz="3800" dirty="0" smtClean="0"/>
              <a:t>චලනය </a:t>
            </a:r>
            <a:r>
              <a:rPr lang="si-LK" sz="3800" dirty="0"/>
              <a:t>කරන්න</a:t>
            </a:r>
            <a:r>
              <a:rPr lang="en-US" sz="3800" dirty="0"/>
              <a:t> - </a:t>
            </a:r>
            <a:r>
              <a:rPr lang="si-LK" sz="3800" dirty="0"/>
              <a:t>ඔබට </a:t>
            </a:r>
            <a:r>
              <a:rPr lang="si-LK" sz="3800" dirty="0" smtClean="0"/>
              <a:t>එම අනතුර </a:t>
            </a:r>
            <a:r>
              <a:rPr lang="si-LK" sz="3800" dirty="0"/>
              <a:t>වළක්වා ගත නොහැකි නම්</a:t>
            </a:r>
            <a:r>
              <a:rPr lang="en-US" sz="3800" dirty="0"/>
              <a:t> - </a:t>
            </a:r>
            <a:r>
              <a:rPr lang="si-LK" sz="3800" dirty="0"/>
              <a:t>එය ගෙන යන්න</a:t>
            </a:r>
            <a:r>
              <a:rPr lang="en-US" sz="3800" dirty="0"/>
              <a:t> - </a:t>
            </a:r>
            <a:r>
              <a:rPr lang="si-LK" sz="3800" dirty="0" smtClean="0"/>
              <a:t>ආධාරක ලෙස ග</a:t>
            </a:r>
            <a:r>
              <a:rPr lang="si-LK" sz="3800" dirty="0"/>
              <a:t>ුරුත්වාකර්ෂණය සහ භූමිය </a:t>
            </a:r>
            <a:r>
              <a:rPr lang="si-LK" sz="3800" dirty="0" smtClean="0"/>
              <a:t>භ</a:t>
            </a:r>
            <a:r>
              <a:rPr lang="si-LK" sz="3800" dirty="0"/>
              <a:t>ාවිතා කරන්න</a:t>
            </a:r>
            <a:r>
              <a:rPr lang="en-US" sz="3800" dirty="0"/>
              <a:t> - </a:t>
            </a:r>
            <a:r>
              <a:rPr lang="si-LK" sz="3800" dirty="0" smtClean="0"/>
              <a:t>චලනය කිරිම. </a:t>
            </a:r>
            <a:r>
              <a:rPr lang="si-LK" sz="3800" dirty="0"/>
              <a:t>අවසන් වූ පසු එය සුරක්ෂිත කරන්</a:t>
            </a:r>
            <a:r>
              <a:rPr lang="si-LK" sz="3800" dirty="0" smtClean="0"/>
              <a:t>න</a:t>
            </a:r>
          </a:p>
          <a:p>
            <a:endParaRPr lang="en-US" sz="3800" dirty="0"/>
          </a:p>
          <a:p>
            <a:r>
              <a:rPr lang="en-US" sz="3800" dirty="0"/>
              <a:t> </a:t>
            </a:r>
            <a:r>
              <a:rPr lang="si-LK" sz="3800" dirty="0" smtClean="0"/>
              <a:t>එසව</a:t>
            </a:r>
            <a:r>
              <a:rPr lang="si-LK" sz="3800" dirty="0"/>
              <a:t>ීම</a:t>
            </a:r>
            <a:r>
              <a:rPr lang="en-US" sz="3800" dirty="0"/>
              <a:t> - </a:t>
            </a:r>
            <a:r>
              <a:rPr lang="si-LK" sz="3800" dirty="0"/>
              <a:t>ඔබට සුන්බුන් ආරක්ෂිතව </a:t>
            </a:r>
            <a:r>
              <a:rPr lang="si-LK" sz="3800" dirty="0" smtClean="0"/>
              <a:t>මග හැරීමට හ</a:t>
            </a:r>
            <a:r>
              <a:rPr lang="si-LK" sz="3800" dirty="0"/>
              <a:t>ෝ චලනය කිරීමට නොහැකි නම් පමණක් ඔබ එය එසවීමට උත්සාහ කළ යුතුය</a:t>
            </a:r>
            <a:r>
              <a:rPr lang="en-US" sz="3800" dirty="0"/>
              <a:t> - </a:t>
            </a:r>
            <a:r>
              <a:rPr lang="si-LK" sz="3800" dirty="0"/>
              <a:t>ඔබ ඔසවන විට සුන්බුන් </a:t>
            </a:r>
            <a:r>
              <a:rPr lang="si-LK" sz="3800" dirty="0" smtClean="0"/>
              <a:t>වල ආධාරකය ලබා ගන්න</a:t>
            </a:r>
            <a:r>
              <a:rPr lang="en-US" sz="3800" dirty="0" smtClean="0"/>
              <a:t>- </a:t>
            </a:r>
            <a:r>
              <a:rPr lang="si-LK" sz="3800" dirty="0"/>
              <a:t>එසවීම අවසන් වූ පසු එය ආරක්ෂිතව තබා ගන්න</a:t>
            </a:r>
            <a:endParaRPr lang="en-US" sz="3800" dirty="0"/>
          </a:p>
          <a:p>
            <a:pPr indent="-3175" algn="just"/>
            <a:endParaRPr lang="si-LK" sz="5400" b="1" dirty="0">
              <a:latin typeface="Calibri" panose="020F0502020204030204" pitchFamily="34" charset="0"/>
            </a:endParaRPr>
          </a:p>
          <a:p>
            <a:pPr marL="0" indent="0">
              <a:buNone/>
            </a:pPr>
            <a:endParaRPr lang="si-LK" sz="3600" b="1" dirty="0"/>
          </a:p>
          <a:p>
            <a:pPr marL="0" indent="0" algn="ctr">
              <a:buNone/>
            </a:pPr>
            <a:endParaRPr lang="en-US" sz="3600" b="1" dirty="0" smtClean="0"/>
          </a:p>
          <a:p>
            <a:pPr marL="0" indent="0" algn="ctr">
              <a:buNone/>
            </a:pPr>
            <a:endParaRPr lang="si-LK" sz="3600" b="1" dirty="0" smtClean="0"/>
          </a:p>
          <a:p>
            <a:endParaRPr lang="si-LK" dirty="0"/>
          </a:p>
          <a:p>
            <a:endParaRPr lang="en-US" dirty="0"/>
          </a:p>
          <a:p>
            <a:endParaRPr lang="en-US" dirty="0"/>
          </a:p>
        </p:txBody>
      </p:sp>
    </p:spTree>
    <p:extLst>
      <p:ext uri="{BB962C8B-B14F-4D97-AF65-F5344CB8AC3E}">
        <p14:creationId xmlns:p14="http://schemas.microsoft.com/office/powerpoint/2010/main" val="194012580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3"/>
          <a:srcRect l="28981" t="79333" r="13981" b="13852"/>
          <a:stretch/>
        </p:blipFill>
        <p:spPr>
          <a:xfrm>
            <a:off x="186871" y="6176963"/>
            <a:ext cx="11907157" cy="681037"/>
          </a:xfrm>
          <a:prstGeom prst="rect">
            <a:avLst/>
          </a:prstGeom>
        </p:spPr>
      </p:pic>
      <p:sp>
        <p:nvSpPr>
          <p:cNvPr id="6" name="Content Placeholder 2"/>
          <p:cNvSpPr>
            <a:spLocks noGrp="1"/>
          </p:cNvSpPr>
          <p:nvPr>
            <p:ph idx="1"/>
          </p:nvPr>
        </p:nvSpPr>
        <p:spPr>
          <a:xfrm>
            <a:off x="390069" y="740229"/>
            <a:ext cx="11158463" cy="5321904"/>
          </a:xfrm>
        </p:spPr>
        <p:txBody>
          <a:bodyPr>
            <a:normAutofit/>
          </a:bodyPr>
          <a:lstStyle/>
          <a:p>
            <a:pPr marL="0" indent="0">
              <a:buNone/>
            </a:pPr>
            <a:r>
              <a:rPr lang="si-LK" sz="3600" dirty="0" smtClean="0">
                <a:latin typeface="Calibri" panose="020F0502020204030204" pitchFamily="34" charset="0"/>
                <a:ea typeface="Calibri" panose="020F0502020204030204" pitchFamily="34" charset="0"/>
                <a:cs typeface="Iskoola Pota" panose="02010503010101010104" pitchFamily="2" charset="0"/>
              </a:rPr>
              <a:t>ප්‍රායෝගික චලන සිදුකරන මෙහෙයුම්</a:t>
            </a:r>
            <a:endParaRPr lang="en-US" sz="3600" dirty="0" smtClean="0">
              <a:latin typeface="Calibri" panose="020F0502020204030204" pitchFamily="34" charset="0"/>
              <a:ea typeface="Calibri" panose="020F0502020204030204" pitchFamily="34" charset="0"/>
            </a:endParaRPr>
          </a:p>
          <a:p>
            <a:pPr marL="0" indent="0">
              <a:buNone/>
            </a:pPr>
            <a:r>
              <a:rPr lang="si-LK" sz="3600" dirty="0" smtClean="0">
                <a:latin typeface="Calibri" panose="020F0502020204030204" pitchFamily="34" charset="0"/>
                <a:ea typeface="Calibri" panose="020F0502020204030204" pitchFamily="34" charset="0"/>
              </a:rPr>
              <a:t>විස්තර කිරිම</a:t>
            </a:r>
          </a:p>
          <a:p>
            <a:pPr marL="0" indent="0">
              <a:buNone/>
            </a:pPr>
            <a:endParaRPr lang="si-LK" sz="4000" dirty="0" smtClean="0">
              <a:latin typeface="Calibri" panose="020F0502020204030204" pitchFamily="34" charset="0"/>
              <a:ea typeface="Calibri" panose="020F0502020204030204" pitchFamily="34" charset="0"/>
            </a:endParaRPr>
          </a:p>
          <a:p>
            <a:pPr lvl="0"/>
            <a:r>
              <a:rPr lang="si-LK" sz="2400" dirty="0"/>
              <a:t>ඔබේ උපදේශක</a:t>
            </a:r>
            <a:r>
              <a:rPr lang="en-US" sz="2400" dirty="0"/>
              <a:t>/</a:t>
            </a:r>
            <a:r>
              <a:rPr lang="si-LK" sz="2400" dirty="0"/>
              <a:t>පුහුණුකරු </a:t>
            </a:r>
            <a:r>
              <a:rPr lang="si-LK" sz="2400" dirty="0" smtClean="0"/>
              <a:t>ක්‍රිය</a:t>
            </a:r>
            <a:r>
              <a:rPr lang="si-LK" sz="2400" dirty="0"/>
              <a:t>ාකාරකම් අධීක්ෂණය කරනු ඇත</a:t>
            </a:r>
            <a:endParaRPr lang="en-US" sz="2400" dirty="0"/>
          </a:p>
          <a:p>
            <a:pPr lvl="0"/>
            <a:r>
              <a:rPr lang="si-LK" sz="2400" dirty="0"/>
              <a:t>සහභාගිවන්නන් කණ්ඩායම් වලට බෙදා </a:t>
            </a:r>
            <a:r>
              <a:rPr lang="si-LK" sz="2400" dirty="0" smtClean="0"/>
              <a:t>වෙන් කිරිම</a:t>
            </a:r>
            <a:endParaRPr lang="en-US" sz="2400" dirty="0"/>
          </a:p>
          <a:p>
            <a:pPr lvl="0"/>
            <a:r>
              <a:rPr lang="si-LK" sz="2400" dirty="0"/>
              <a:t>ලීවර</a:t>
            </a:r>
            <a:r>
              <a:rPr lang="en-US" sz="2400" dirty="0"/>
              <a:t>, </a:t>
            </a:r>
            <a:r>
              <a:rPr lang="si-LK" sz="2400" dirty="0"/>
              <a:t>රෝලර්</a:t>
            </a:r>
            <a:r>
              <a:rPr lang="en-US" sz="2400" dirty="0"/>
              <a:t>, </a:t>
            </a:r>
            <a:r>
              <a:rPr lang="si-LK" sz="2400" dirty="0"/>
              <a:t>බ්ලොක් සහ කූඤ්ඤ භාවිතයෙන් සුන්බුන් ගෙන යන ආකාරය සෑම කණ්ඩායමකටම </a:t>
            </a:r>
            <a:r>
              <a:rPr lang="si-LK" sz="2400" dirty="0" smtClean="0"/>
              <a:t>නිදර්ශනය කරනු ලැබේ.</a:t>
            </a:r>
            <a:endParaRPr lang="en-US" sz="2400" dirty="0"/>
          </a:p>
          <a:p>
            <a:pPr lvl="0"/>
            <a:r>
              <a:rPr lang="si-LK" sz="2400" dirty="0"/>
              <a:t>සෑම කණ්ඩායමක්ම සපයා ඇති මෙවලම් සහ </a:t>
            </a:r>
            <a:r>
              <a:rPr lang="si-LK" sz="2400" dirty="0" smtClean="0"/>
              <a:t>ද්‍රව්‍ය භ</a:t>
            </a:r>
            <a:r>
              <a:rPr lang="si-LK" sz="2400" dirty="0"/>
              <a:t>ාවිතයෙන් සුන්බුන</a:t>
            </a:r>
            <a:r>
              <a:rPr lang="si-LK" sz="2400" dirty="0" smtClean="0"/>
              <a:t>් අවශ්‍ය පරිදි </a:t>
            </a:r>
            <a:r>
              <a:rPr lang="si-LK" sz="2400" dirty="0"/>
              <a:t>චලනය කිරීමට </a:t>
            </a:r>
            <a:r>
              <a:rPr lang="si-LK" sz="2400" dirty="0" smtClean="0"/>
              <a:t>හැකියාව ලැබෙනු ඇත</a:t>
            </a:r>
            <a:endParaRPr lang="en-US" sz="2400" dirty="0"/>
          </a:p>
          <a:p>
            <a:pPr marL="0" indent="0">
              <a:buNone/>
            </a:pPr>
            <a:endParaRPr lang="si-LK" sz="4500" dirty="0" smtClean="0">
              <a:latin typeface="Calibri" panose="020F0502020204030204" pitchFamily="34" charset="0"/>
              <a:ea typeface="Calibri" panose="020F0502020204030204" pitchFamily="34" charset="0"/>
            </a:endParaRPr>
          </a:p>
          <a:p>
            <a:pPr indent="-3175" algn="just"/>
            <a:endParaRPr lang="si-LK" sz="5400" b="1" dirty="0">
              <a:latin typeface="Calibri" panose="020F0502020204030204" pitchFamily="34" charset="0"/>
            </a:endParaRPr>
          </a:p>
          <a:p>
            <a:pPr marL="0" indent="0">
              <a:buNone/>
            </a:pPr>
            <a:endParaRPr lang="si-LK" sz="3600" b="1" dirty="0"/>
          </a:p>
          <a:p>
            <a:pPr marL="0" indent="0" algn="ctr">
              <a:buNone/>
            </a:pPr>
            <a:endParaRPr lang="en-US" sz="3600" b="1" dirty="0" smtClean="0"/>
          </a:p>
          <a:p>
            <a:pPr marL="0" indent="0" algn="ctr">
              <a:buNone/>
            </a:pPr>
            <a:endParaRPr lang="si-LK" sz="3600" b="1" dirty="0" smtClean="0"/>
          </a:p>
          <a:p>
            <a:endParaRPr lang="si-LK" dirty="0"/>
          </a:p>
          <a:p>
            <a:endParaRPr lang="en-US" dirty="0"/>
          </a:p>
          <a:p>
            <a:endParaRPr lang="en-US" dirty="0"/>
          </a:p>
        </p:txBody>
      </p:sp>
    </p:spTree>
    <p:extLst>
      <p:ext uri="{BB962C8B-B14F-4D97-AF65-F5344CB8AC3E}">
        <p14:creationId xmlns:p14="http://schemas.microsoft.com/office/powerpoint/2010/main" val="255357244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981200" y="3048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lstStyle>
            <a:lvl1pPr marL="382588" indent="-3429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fontAlgn="base">
              <a:spcBef>
                <a:spcPts val="800"/>
              </a:spcBef>
              <a:spcAft>
                <a:spcPct val="0"/>
              </a:spcAft>
              <a:buClr>
                <a:srgbClr val="FFFFFF"/>
              </a:buClr>
              <a:buSzPct val="100000"/>
            </a:pPr>
            <a:endParaRPr lang="en-US" sz="4000">
              <a:solidFill>
                <a:srgbClr val="056CB6"/>
              </a:solidFill>
              <a:latin typeface="Arial" panose="020B0604020202020204" pitchFamily="34" charset="0"/>
              <a:sym typeface="Times" panose="02020603050405020304" pitchFamily="18" charset="0"/>
            </a:endParaRPr>
          </a:p>
        </p:txBody>
      </p:sp>
      <p:sp>
        <p:nvSpPr>
          <p:cNvPr id="13315" name="TextBox 1"/>
          <p:cNvSpPr txBox="1">
            <a:spLocks noChangeArrowheads="1"/>
          </p:cNvSpPr>
          <p:nvPr/>
        </p:nvSpPr>
        <p:spPr bwMode="auto">
          <a:xfrm>
            <a:off x="2133600" y="609601"/>
            <a:ext cx="8229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endParaRPr lang="en-US">
              <a:solidFill>
                <a:srgbClr val="000000"/>
              </a:solidFill>
            </a:endParaRPr>
          </a:p>
        </p:txBody>
      </p:sp>
      <p:pic>
        <p:nvPicPr>
          <p:cNvPr id="13316" name="Picture 1" descr="background.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524000"/>
            <a:ext cx="8763000" cy="299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TextBox 2"/>
          <p:cNvSpPr txBox="1">
            <a:spLocks noChangeArrowheads="1"/>
          </p:cNvSpPr>
          <p:nvPr/>
        </p:nvSpPr>
        <p:spPr bwMode="auto">
          <a:xfrm>
            <a:off x="3276600" y="2592388"/>
            <a:ext cx="28194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4400">
                <a:solidFill>
                  <a:srgbClr val="FFFFFF"/>
                </a:solidFill>
                <a:latin typeface="Avenir Medium" charset="0"/>
              </a:rPr>
              <a:t>Questions</a:t>
            </a:r>
          </a:p>
        </p:txBody>
      </p:sp>
      <p:sp>
        <p:nvSpPr>
          <p:cNvPr id="13318" name="TextBox 4"/>
          <p:cNvSpPr txBox="1">
            <a:spLocks noChangeArrowheads="1"/>
          </p:cNvSpPr>
          <p:nvPr/>
        </p:nvSpPr>
        <p:spPr bwMode="auto">
          <a:xfrm rot="-5400000">
            <a:off x="5450682" y="3358357"/>
            <a:ext cx="17526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800">
                <a:solidFill>
                  <a:srgbClr val="FFFFFF"/>
                </a:solidFill>
                <a:latin typeface="Avenir Medium" charset="0"/>
              </a:rPr>
              <a:t>Cuestión</a:t>
            </a:r>
          </a:p>
        </p:txBody>
      </p:sp>
      <p:sp>
        <p:nvSpPr>
          <p:cNvPr id="13319" name="Rectangle 6"/>
          <p:cNvSpPr>
            <a:spLocks noChangeArrowheads="1"/>
          </p:cNvSpPr>
          <p:nvPr/>
        </p:nvSpPr>
        <p:spPr bwMode="auto">
          <a:xfrm>
            <a:off x="7086600" y="1676401"/>
            <a:ext cx="17986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La question</a:t>
            </a:r>
          </a:p>
        </p:txBody>
      </p:sp>
      <p:sp>
        <p:nvSpPr>
          <p:cNvPr id="13320" name="Rectangle 7"/>
          <p:cNvSpPr>
            <a:spLocks noChangeArrowheads="1"/>
          </p:cNvSpPr>
          <p:nvPr/>
        </p:nvSpPr>
        <p:spPr bwMode="auto">
          <a:xfrm>
            <a:off x="7086600" y="2582864"/>
            <a:ext cx="137569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ar-SA" sz="4400">
                <a:solidFill>
                  <a:srgbClr val="FFFFFF"/>
                </a:solidFill>
              </a:rPr>
              <a:t>الأسئلة</a:t>
            </a:r>
            <a:endParaRPr lang="en-US" sz="4400">
              <a:solidFill>
                <a:srgbClr val="FFFFFF"/>
              </a:solidFill>
            </a:endParaRPr>
          </a:p>
        </p:txBody>
      </p:sp>
      <p:sp>
        <p:nvSpPr>
          <p:cNvPr id="13321" name="Rectangle 8"/>
          <p:cNvSpPr>
            <a:spLocks noChangeArrowheads="1"/>
          </p:cNvSpPr>
          <p:nvPr/>
        </p:nvSpPr>
        <p:spPr bwMode="auto">
          <a:xfrm>
            <a:off x="1905001" y="3200401"/>
            <a:ext cx="1801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bg-BG" sz="3600">
                <a:solidFill>
                  <a:srgbClr val="FFFFFF"/>
                </a:solidFill>
              </a:rPr>
              <a:t>въпроси</a:t>
            </a:r>
            <a:endParaRPr lang="en-US" sz="3600">
              <a:solidFill>
                <a:srgbClr val="FFFFFF"/>
              </a:solidFill>
            </a:endParaRPr>
          </a:p>
        </p:txBody>
      </p:sp>
      <p:sp>
        <p:nvSpPr>
          <p:cNvPr id="13322" name="Rectangle 9"/>
          <p:cNvSpPr>
            <a:spLocks noChangeArrowheads="1"/>
          </p:cNvSpPr>
          <p:nvPr/>
        </p:nvSpPr>
        <p:spPr bwMode="auto">
          <a:xfrm>
            <a:off x="5334001" y="1676401"/>
            <a:ext cx="11080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zh-TW" altLang="en-US" sz="3600">
                <a:solidFill>
                  <a:srgbClr val="FFFFFF"/>
                </a:solidFill>
              </a:rPr>
              <a:t>问题</a:t>
            </a:r>
            <a:endParaRPr lang="en-US" sz="3600">
              <a:solidFill>
                <a:srgbClr val="FFFFFF"/>
              </a:solidFill>
            </a:endParaRPr>
          </a:p>
        </p:txBody>
      </p:sp>
      <p:sp>
        <p:nvSpPr>
          <p:cNvPr id="13323" name="Rectangle 10"/>
          <p:cNvSpPr>
            <a:spLocks noChangeArrowheads="1"/>
          </p:cNvSpPr>
          <p:nvPr/>
        </p:nvSpPr>
        <p:spPr bwMode="auto">
          <a:xfrm>
            <a:off x="5029201" y="3429001"/>
            <a:ext cx="10969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otázky</a:t>
            </a:r>
          </a:p>
        </p:txBody>
      </p:sp>
      <p:sp>
        <p:nvSpPr>
          <p:cNvPr id="13324" name="Rectangle 11"/>
          <p:cNvSpPr>
            <a:spLocks noChangeArrowheads="1"/>
          </p:cNvSpPr>
          <p:nvPr/>
        </p:nvSpPr>
        <p:spPr bwMode="auto">
          <a:xfrm>
            <a:off x="6826250" y="3886201"/>
            <a:ext cx="1860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800">
                <a:solidFill>
                  <a:srgbClr val="FFFFFF"/>
                </a:solidFill>
                <a:latin typeface="Avenir Medium" charset="0"/>
              </a:rPr>
              <a:t>spørgsmål</a:t>
            </a:r>
          </a:p>
        </p:txBody>
      </p:sp>
      <p:sp>
        <p:nvSpPr>
          <p:cNvPr id="13325" name="Rectangle 12"/>
          <p:cNvSpPr>
            <a:spLocks noChangeArrowheads="1"/>
          </p:cNvSpPr>
          <p:nvPr/>
        </p:nvSpPr>
        <p:spPr bwMode="auto">
          <a:xfrm rot="-5400000">
            <a:off x="2151856" y="2267744"/>
            <a:ext cx="14620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3200">
                <a:solidFill>
                  <a:srgbClr val="FFFFFF"/>
                </a:solidFill>
                <a:latin typeface="Avenir Medium" charset="0"/>
              </a:rPr>
              <a:t>vragen</a:t>
            </a:r>
          </a:p>
        </p:txBody>
      </p:sp>
      <p:sp>
        <p:nvSpPr>
          <p:cNvPr id="13326" name="Rectangle 13"/>
          <p:cNvSpPr>
            <a:spLocks noChangeArrowheads="1"/>
          </p:cNvSpPr>
          <p:nvPr/>
        </p:nvSpPr>
        <p:spPr bwMode="auto">
          <a:xfrm>
            <a:off x="4267201" y="3962401"/>
            <a:ext cx="16557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küsimused</a:t>
            </a:r>
          </a:p>
        </p:txBody>
      </p:sp>
      <p:sp>
        <p:nvSpPr>
          <p:cNvPr id="13327" name="Rectangle 14"/>
          <p:cNvSpPr>
            <a:spLocks noChangeArrowheads="1"/>
          </p:cNvSpPr>
          <p:nvPr/>
        </p:nvSpPr>
        <p:spPr bwMode="auto">
          <a:xfrm>
            <a:off x="7086600" y="2209801"/>
            <a:ext cx="1785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kysymykset</a:t>
            </a:r>
          </a:p>
        </p:txBody>
      </p:sp>
      <p:sp>
        <p:nvSpPr>
          <p:cNvPr id="13328" name="Rectangle 15"/>
          <p:cNvSpPr>
            <a:spLocks noChangeArrowheads="1"/>
          </p:cNvSpPr>
          <p:nvPr/>
        </p:nvSpPr>
        <p:spPr bwMode="auto">
          <a:xfrm rot="-5400000">
            <a:off x="1476376" y="2201863"/>
            <a:ext cx="16557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3600">
                <a:solidFill>
                  <a:srgbClr val="FFFFFF"/>
                </a:solidFill>
                <a:latin typeface="Avenir Medium" charset="0"/>
              </a:rPr>
              <a:t>Fragen</a:t>
            </a:r>
          </a:p>
        </p:txBody>
      </p:sp>
      <p:sp>
        <p:nvSpPr>
          <p:cNvPr id="13329" name="Rectangle 16"/>
          <p:cNvSpPr>
            <a:spLocks noChangeArrowheads="1"/>
          </p:cNvSpPr>
          <p:nvPr/>
        </p:nvSpPr>
        <p:spPr bwMode="auto">
          <a:xfrm>
            <a:off x="5410200" y="2667001"/>
            <a:ext cx="76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rPr>
              <a:t> </a:t>
            </a:r>
          </a:p>
        </p:txBody>
      </p:sp>
      <p:sp>
        <p:nvSpPr>
          <p:cNvPr id="13330" name="Rectangle 18"/>
          <p:cNvSpPr>
            <a:spLocks noChangeArrowheads="1"/>
          </p:cNvSpPr>
          <p:nvPr/>
        </p:nvSpPr>
        <p:spPr bwMode="auto">
          <a:xfrm>
            <a:off x="3276601" y="2133601"/>
            <a:ext cx="20617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rPr>
              <a:t>सवालों के जवाब</a:t>
            </a:r>
          </a:p>
        </p:txBody>
      </p:sp>
      <p:sp>
        <p:nvSpPr>
          <p:cNvPr id="13331" name="Rectangle 19"/>
          <p:cNvSpPr>
            <a:spLocks noChangeArrowheads="1"/>
          </p:cNvSpPr>
          <p:nvPr/>
        </p:nvSpPr>
        <p:spPr bwMode="auto">
          <a:xfrm>
            <a:off x="1752600" y="3886200"/>
            <a:ext cx="2266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3200">
                <a:solidFill>
                  <a:srgbClr val="FFFFFF"/>
                </a:solidFill>
                <a:latin typeface="Avenir Medium" charset="0"/>
              </a:rPr>
              <a:t>pertanyaan</a:t>
            </a:r>
          </a:p>
        </p:txBody>
      </p:sp>
      <p:sp>
        <p:nvSpPr>
          <p:cNvPr id="13332" name="Rectangle 20"/>
          <p:cNvSpPr>
            <a:spLocks noChangeArrowheads="1"/>
          </p:cNvSpPr>
          <p:nvPr/>
        </p:nvSpPr>
        <p:spPr bwMode="auto">
          <a:xfrm rot="-5400000">
            <a:off x="5919788" y="2279651"/>
            <a:ext cx="17287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800">
                <a:solidFill>
                  <a:srgbClr val="FFFFFF"/>
                </a:solidFill>
                <a:latin typeface="Avenir Medium" charset="0"/>
              </a:rPr>
              <a:t>domande</a:t>
            </a:r>
          </a:p>
        </p:txBody>
      </p:sp>
      <p:sp>
        <p:nvSpPr>
          <p:cNvPr id="13333" name="Rectangle 21"/>
          <p:cNvSpPr>
            <a:spLocks noChangeArrowheads="1"/>
          </p:cNvSpPr>
          <p:nvPr/>
        </p:nvSpPr>
        <p:spPr bwMode="auto">
          <a:xfrm>
            <a:off x="3886200" y="3352800"/>
            <a:ext cx="1004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ja-JP" altLang="en-US" sz="3200">
                <a:solidFill>
                  <a:srgbClr val="FFFFFF"/>
                </a:solidFill>
              </a:rPr>
              <a:t>質問</a:t>
            </a:r>
            <a:endParaRPr lang="en-US" sz="3200">
              <a:solidFill>
                <a:srgbClr val="FFFFFF"/>
              </a:solidFill>
            </a:endParaRPr>
          </a:p>
        </p:txBody>
      </p:sp>
      <p:sp>
        <p:nvSpPr>
          <p:cNvPr id="13334" name="Rectangle 22"/>
          <p:cNvSpPr>
            <a:spLocks noChangeArrowheads="1"/>
          </p:cNvSpPr>
          <p:nvPr/>
        </p:nvSpPr>
        <p:spPr bwMode="auto">
          <a:xfrm>
            <a:off x="5105401" y="2286001"/>
            <a:ext cx="1592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perguntas</a:t>
            </a:r>
          </a:p>
        </p:txBody>
      </p:sp>
      <p:sp>
        <p:nvSpPr>
          <p:cNvPr id="13335" name="Rectangle 23"/>
          <p:cNvSpPr>
            <a:spLocks noChangeArrowheads="1"/>
          </p:cNvSpPr>
          <p:nvPr/>
        </p:nvSpPr>
        <p:spPr bwMode="auto">
          <a:xfrm>
            <a:off x="3654426" y="1600201"/>
            <a:ext cx="13989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Times" panose="02020603050405020304" pitchFamily="18" charset="0"/>
              </a:rPr>
              <a:t>вопросов</a:t>
            </a:r>
          </a:p>
        </p:txBody>
      </p:sp>
      <p:sp>
        <p:nvSpPr>
          <p:cNvPr id="13336" name="Rectangle 24"/>
          <p:cNvSpPr>
            <a:spLocks noChangeArrowheads="1"/>
          </p:cNvSpPr>
          <p:nvPr/>
        </p:nvSpPr>
        <p:spPr bwMode="auto">
          <a:xfrm>
            <a:off x="7162800" y="3360738"/>
            <a:ext cx="11366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sorular</a:t>
            </a:r>
          </a:p>
        </p:txBody>
      </p:sp>
      <p:sp>
        <p:nvSpPr>
          <p:cNvPr id="13337" name="TextBox 25"/>
          <p:cNvSpPr txBox="1">
            <a:spLocks noChangeArrowheads="1"/>
          </p:cNvSpPr>
          <p:nvPr/>
        </p:nvSpPr>
        <p:spPr bwMode="auto">
          <a:xfrm>
            <a:off x="8991600" y="1371601"/>
            <a:ext cx="1524000"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19900">
                <a:solidFill>
                  <a:srgbClr val="FFFFFF"/>
                </a:solidFill>
                <a:latin typeface="Avenir Medium" charset="0"/>
              </a:rPr>
              <a:t>?</a:t>
            </a:r>
          </a:p>
        </p:txBody>
      </p:sp>
    </p:spTree>
    <p:extLst>
      <p:ext uri="{BB962C8B-B14F-4D97-AF65-F5344CB8AC3E}">
        <p14:creationId xmlns:p14="http://schemas.microsoft.com/office/powerpoint/2010/main" val="7504946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1"/>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hangingPunct="1"/>
            <a:fld id="{207FAFF6-E146-4F48-809E-3DA26EEA4871}" type="slidenum">
              <a:rPr lang="en-US" sz="1400">
                <a:latin typeface="Times" panose="02020603050405020304" pitchFamily="18" charset="0"/>
                <a:sym typeface="Times" panose="02020603050405020304" pitchFamily="18" charset="0"/>
              </a:rPr>
              <a:pPr eaLnBrk="1" hangingPunct="1"/>
              <a:t>31</a:t>
            </a:fld>
            <a:endParaRPr lang="en-US" sz="1400">
              <a:latin typeface="Times" panose="02020603050405020304" pitchFamily="18" charset="0"/>
              <a:sym typeface="Times" panose="02020603050405020304" pitchFamily="18" charset="0"/>
            </a:endParaRPr>
          </a:p>
        </p:txBody>
      </p:sp>
    </p:spTree>
    <p:extLst>
      <p:ext uri="{BB962C8B-B14F-4D97-AF65-F5344CB8AC3E}">
        <p14:creationId xmlns:p14="http://schemas.microsoft.com/office/powerpoint/2010/main" val="750003119"/>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62416"/>
            <a:ext cx="10515600" cy="1325563"/>
          </a:xfrm>
        </p:spPr>
        <p:txBody>
          <a:bodyPr/>
          <a:lstStyle/>
          <a:p>
            <a:r>
              <a:rPr lang="si-LK" dirty="0" smtClean="0"/>
              <a:t>පළමු ප්‍රතිචාර දැක්වීමේ පුහුණූ වැඩසටහන</a:t>
            </a:r>
            <a:endParaRPr lang="en-US" dirty="0"/>
          </a:p>
        </p:txBody>
      </p:sp>
      <p:pic>
        <p:nvPicPr>
          <p:cNvPr id="6" name="Picture 5"/>
          <p:cNvPicPr>
            <a:picLocks noChangeAspect="1"/>
          </p:cNvPicPr>
          <p:nvPr/>
        </p:nvPicPr>
        <p:blipFill rotWithShape="1">
          <a:blip r:embed="rId2"/>
          <a:srcRect l="28796" t="18296" r="53241" b="76370"/>
          <a:stretch/>
        </p:blipFill>
        <p:spPr>
          <a:xfrm>
            <a:off x="390070" y="136524"/>
            <a:ext cx="3115130" cy="681037"/>
          </a:xfrm>
          <a:prstGeom prst="rect">
            <a:avLst/>
          </a:prstGeom>
        </p:spPr>
      </p:pic>
      <p:pic>
        <p:nvPicPr>
          <p:cNvPr id="7" name="Picture 6"/>
          <p:cNvPicPr>
            <a:picLocks noChangeAspect="1"/>
          </p:cNvPicPr>
          <p:nvPr/>
        </p:nvPicPr>
        <p:blipFill rotWithShape="1">
          <a:blip r:embed="rId2"/>
          <a:srcRect l="78461" t="79333" r="13981" b="13852"/>
          <a:stretch/>
        </p:blipFill>
        <p:spPr>
          <a:xfrm>
            <a:off x="10451005" y="136525"/>
            <a:ext cx="1577709" cy="681037"/>
          </a:xfrm>
          <a:prstGeom prst="rect">
            <a:avLst/>
          </a:prstGeom>
        </p:spPr>
      </p:pic>
      <p:sp>
        <p:nvSpPr>
          <p:cNvPr id="8" name="Rectangle 7"/>
          <p:cNvSpPr/>
          <p:nvPr/>
        </p:nvSpPr>
        <p:spPr>
          <a:xfrm>
            <a:off x="261257" y="4368007"/>
            <a:ext cx="11669486" cy="24272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pic>
        <p:nvPicPr>
          <p:cNvPr id="9" name="Picture 8"/>
          <p:cNvPicPr>
            <a:picLocks noChangeAspect="1"/>
          </p:cNvPicPr>
          <p:nvPr/>
        </p:nvPicPr>
        <p:blipFill rotWithShape="1">
          <a:blip r:embed="rId2"/>
          <a:srcRect l="28981" t="79333" r="56370" b="13852"/>
          <a:stretch/>
        </p:blipFill>
        <p:spPr>
          <a:xfrm>
            <a:off x="675666" y="5338764"/>
            <a:ext cx="3058134" cy="681037"/>
          </a:xfrm>
          <a:prstGeom prst="rect">
            <a:avLst/>
          </a:prstGeom>
        </p:spPr>
      </p:pic>
      <p:sp>
        <p:nvSpPr>
          <p:cNvPr id="5" name="Rectangle 4"/>
          <p:cNvSpPr/>
          <p:nvPr/>
        </p:nvSpPr>
        <p:spPr>
          <a:xfrm>
            <a:off x="838200" y="1910749"/>
            <a:ext cx="8218714" cy="1680588"/>
          </a:xfrm>
          <a:prstGeom prst="rect">
            <a:avLst/>
          </a:prstGeom>
        </p:spPr>
        <p:txBody>
          <a:bodyPr wrap="square">
            <a:spAutoFit/>
          </a:bodyPr>
          <a:lstStyle/>
          <a:p>
            <a:pPr>
              <a:lnSpc>
                <a:spcPct val="107000"/>
              </a:lnSpc>
              <a:spcAft>
                <a:spcPts val="800"/>
              </a:spcAft>
            </a:pPr>
            <a:r>
              <a:rPr lang="si-LK" sz="2800" dirty="0" smtClean="0">
                <a:latin typeface="Calibri" panose="020F0502020204030204" pitchFamily="34" charset="0"/>
                <a:ea typeface="Calibri" panose="020F0502020204030204" pitchFamily="34" charset="0"/>
              </a:rPr>
              <a:t>ම</a:t>
            </a:r>
            <a:r>
              <a:rPr lang="si-LK" sz="2800" dirty="0">
                <a:latin typeface="Calibri" panose="020F0502020204030204" pitchFamily="34" charset="0"/>
                <a:ea typeface="Calibri" panose="020F0502020204030204" pitchFamily="34" charset="0"/>
              </a:rPr>
              <a:t>ොඩියු</a:t>
            </a:r>
            <a:r>
              <a:rPr lang="si-LK" sz="2800" dirty="0" smtClean="0">
                <a:latin typeface="Calibri" panose="020F0502020204030204" pitchFamily="34" charset="0"/>
                <a:ea typeface="Calibri" panose="020F0502020204030204" pitchFamily="34" charset="0"/>
              </a:rPr>
              <a:t>ල	</a:t>
            </a:r>
            <a:r>
              <a:rPr lang="si-LK" sz="2800" dirty="0">
                <a:latin typeface="Calibri" panose="020F0502020204030204" pitchFamily="34" charset="0"/>
                <a:ea typeface="Calibri" panose="020F0502020204030204" pitchFamily="34" charset="0"/>
                <a:cs typeface="Iskoola Pota" panose="02010503010101010104" pitchFamily="2" charset="0"/>
              </a:rPr>
              <a:t>5</a:t>
            </a:r>
            <a:r>
              <a:rPr lang="en-US" sz="2800" dirty="0" smtClean="0">
                <a:latin typeface="Calibri" panose="020F0502020204030204" pitchFamily="34" charset="0"/>
                <a:ea typeface="Calibri" panose="020F0502020204030204" pitchFamily="34" charset="0"/>
                <a:cs typeface="Iskoola Pota" panose="02010503010101010104" pitchFamily="2" charset="0"/>
              </a:rPr>
              <a:t>:</a:t>
            </a:r>
            <a:r>
              <a:rPr lang="si-LK" sz="2800" dirty="0" smtClean="0">
                <a:latin typeface="Calibri" panose="020F0502020204030204" pitchFamily="34" charset="0"/>
                <a:ea typeface="Calibri" panose="020F0502020204030204" pitchFamily="34" charset="0"/>
                <a:cs typeface="Iskoola Pota" panose="02010503010101010104" pitchFamily="2" charset="0"/>
              </a:rPr>
              <a:t> ගලවා ගැනීමේ මොඩියුලය</a:t>
            </a:r>
          </a:p>
          <a:p>
            <a:pPr>
              <a:lnSpc>
                <a:spcPct val="107000"/>
              </a:lnSpc>
              <a:spcAft>
                <a:spcPts val="800"/>
              </a:spcAft>
            </a:pPr>
            <a:r>
              <a:rPr lang="si-LK" sz="2800" dirty="0" smtClean="0">
                <a:latin typeface="Calibri" panose="020F0502020204030204" pitchFamily="34" charset="0"/>
                <a:ea typeface="Calibri" panose="020F0502020204030204" pitchFamily="34" charset="0"/>
                <a:cs typeface="Iskoola Pota" panose="02010503010101010104" pitchFamily="2" charset="0"/>
              </a:rPr>
              <a:t>සැසිය		5.4 - පාඩම් සැලැස්ම</a:t>
            </a:r>
          </a:p>
          <a:p>
            <a:pPr>
              <a:lnSpc>
                <a:spcPct val="107000"/>
              </a:lnSpc>
              <a:spcAft>
                <a:spcPts val="800"/>
              </a:spcAft>
            </a:pPr>
            <a:r>
              <a:rPr lang="si-LK" sz="2800" dirty="0" smtClean="0">
                <a:latin typeface="Calibri" panose="020F0502020204030204" pitchFamily="34" charset="0"/>
                <a:ea typeface="Calibri" panose="020F0502020204030204" pitchFamily="34" charset="0"/>
                <a:cs typeface="Iskoola Pota" panose="02010503010101010104" pitchFamily="2" charset="0"/>
              </a:rPr>
              <a:t>කැපීම සහ බිඳිමේ මෙහෙයුම්</a:t>
            </a:r>
            <a:endParaRPr lang="en-US" sz="2800" dirty="0">
              <a:latin typeface="Calibri" panose="020F0502020204030204" pitchFamily="34" charset="0"/>
              <a:ea typeface="Calibri" panose="020F0502020204030204" pitchFamily="34" charset="0"/>
              <a:cs typeface="Iskoola Pota" panose="02010503010101010104" pitchFamily="2" charset="0"/>
            </a:endParaRPr>
          </a:p>
        </p:txBody>
      </p:sp>
      <p:sp>
        <p:nvSpPr>
          <p:cNvPr id="10" name="TextBox 9"/>
          <p:cNvSpPr txBox="1"/>
          <p:nvPr/>
        </p:nvSpPr>
        <p:spPr>
          <a:xfrm>
            <a:off x="6781799" y="4681526"/>
            <a:ext cx="4680857" cy="1754326"/>
          </a:xfrm>
          <a:prstGeom prst="rect">
            <a:avLst/>
          </a:prstGeom>
          <a:noFill/>
          <a:ln>
            <a:noFill/>
          </a:ln>
        </p:spPr>
        <p:txBody>
          <a:bodyPr wrap="square" rtlCol="0">
            <a:spAutoFit/>
          </a:bodyPr>
          <a:lstStyle/>
          <a:p>
            <a:pPr algn="just"/>
            <a:r>
              <a:rPr lang="si-LK" dirty="0" smtClean="0"/>
              <a:t>පළමුව ප්‍රතිචාර දැක්වීමේ පුහුණු වැඩසටහන </a:t>
            </a:r>
            <a:r>
              <a:rPr lang="en-US" dirty="0" smtClean="0"/>
              <a:t>INSARAG </a:t>
            </a:r>
            <a:r>
              <a:rPr lang="si-LK" dirty="0" smtClean="0"/>
              <a:t>පුහුණුව ක්‍රියාකාරී කණ්ඩායම විසින් සංවර්නය කරන ලද</a:t>
            </a:r>
            <a:r>
              <a:rPr lang="si-LK" dirty="0"/>
              <a:t> </a:t>
            </a:r>
            <a:r>
              <a:rPr lang="si-LK" dirty="0" smtClean="0"/>
              <a:t>අතර ගලවා ගැනීමේ හැකියාව වර්ධනය කිරිමට සහ ජිවිත බේරා ගැනිමට සියලුම රටවලට සහ ප්‍රතිචාර දක්වන උපකාර කිරිමට අදහස් කෙරේ.</a:t>
            </a:r>
          </a:p>
        </p:txBody>
      </p:sp>
    </p:spTree>
    <p:extLst>
      <p:ext uri="{BB962C8B-B14F-4D97-AF65-F5344CB8AC3E}">
        <p14:creationId xmlns:p14="http://schemas.microsoft.com/office/powerpoint/2010/main" val="281347270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614493185"/>
              </p:ext>
            </p:extLst>
          </p:nvPr>
        </p:nvGraphicFramePr>
        <p:xfrm>
          <a:off x="92834" y="-104172"/>
          <a:ext cx="11786054" cy="1989646"/>
        </p:xfrm>
        <a:graphic>
          <a:graphicData uri="http://schemas.openxmlformats.org/drawingml/2006/table">
            <a:tbl>
              <a:tblPr firstRow="1" firstCol="1" bandRow="1"/>
              <a:tblGrid>
                <a:gridCol w="2685090"/>
                <a:gridCol w="5171859"/>
                <a:gridCol w="3929105"/>
              </a:tblGrid>
              <a:tr h="216062">
                <a:tc>
                  <a:txBody>
                    <a:bodyPr/>
                    <a:lstStyle/>
                    <a:p>
                      <a:pPr marL="0" marR="0">
                        <a:lnSpc>
                          <a:spcPct val="107000"/>
                        </a:lnSpc>
                        <a:spcBef>
                          <a:spcPts val="0"/>
                        </a:spcBef>
                        <a:spcAft>
                          <a:spcPts val="0"/>
                        </a:spcAft>
                      </a:pP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ඉලක්කය</a:t>
                      </a:r>
                      <a:r>
                        <a:rPr lang="en-US" sz="1400" dirty="0" smtClean="0">
                          <a:effectLst/>
                          <a:latin typeface="Calibri" panose="020F0502020204030204" pitchFamily="34" charset="0"/>
                          <a:ea typeface="Calibri" panose="020F0502020204030204" pitchFamily="34" charset="0"/>
                          <a:cs typeface="Iskoola Pota" panose="02010503010101010104" pitchFamily="2" charset="0"/>
                        </a:rPr>
                        <a:t> </a:t>
                      </a:r>
                      <a:r>
                        <a:rPr lang="en-US" sz="1400" dirty="0">
                          <a:effectLst/>
                          <a:latin typeface="Calibri" panose="020F0502020204030204" pitchFamily="34" charset="0"/>
                          <a:ea typeface="Calibri" panose="020F0502020204030204" pitchFamily="34" charset="0"/>
                          <a:cs typeface="Iskoola Pota" panose="02010503010101010104" pitchFamily="2" charset="0"/>
                        </a:rPr>
                        <a:t>(Aims)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අරමුණු</a:t>
                      </a:r>
                      <a:r>
                        <a:rPr lang="en-US" sz="1400" dirty="0">
                          <a:effectLst/>
                          <a:latin typeface="Calibri" panose="020F0502020204030204" pitchFamily="34" charset="0"/>
                          <a:ea typeface="Calibri" panose="020F0502020204030204" pitchFamily="34" charset="0"/>
                          <a:cs typeface="Iskoola Pota" panose="02010503010101010104" pitchFamily="2" charset="0"/>
                        </a:rPr>
                        <a:t>(Objectives)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ඉගෙනුම්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ප්‍රත</a:t>
                      </a:r>
                      <a:r>
                        <a:rPr lang="si-LK" sz="1400" dirty="0">
                          <a:effectLst/>
                          <a:latin typeface="Calibri" panose="020F0502020204030204" pitchFamily="34" charset="0"/>
                          <a:ea typeface="Calibri" panose="020F0502020204030204" pitchFamily="34" charset="0"/>
                          <a:cs typeface="Iskoola Pota" panose="02010503010101010104" pitchFamily="2" charset="0"/>
                        </a:rPr>
                        <a:t>ිඵල</a:t>
                      </a:r>
                      <a:r>
                        <a:rPr lang="en-US" sz="1400" dirty="0">
                          <a:effectLst/>
                          <a:latin typeface="Calibri" panose="020F0502020204030204" pitchFamily="34" charset="0"/>
                          <a:ea typeface="Calibri" panose="020F0502020204030204" pitchFamily="34" charset="0"/>
                          <a:cs typeface="Iskoola Pota" panose="02010503010101010104" pitchFamily="2" charset="0"/>
                        </a:rPr>
                        <a:t> (Learning Objective)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r>
              <a:tr h="869315">
                <a:tc>
                  <a:txBody>
                    <a:bodyPr/>
                    <a:lstStyle/>
                    <a:p>
                      <a:pPr marL="342900" marR="0" lvl="0" indent="-342900" algn="just">
                        <a:lnSpc>
                          <a:spcPct val="107000"/>
                        </a:lnSpc>
                        <a:spcBef>
                          <a:spcPts val="0"/>
                        </a:spcBef>
                        <a:spcAft>
                          <a:spcPts val="0"/>
                        </a:spcAft>
                        <a:buFont typeface="Symbol" panose="05050102010706020507" pitchFamily="18" charset="2"/>
                        <a:buChar char=""/>
                      </a:pPr>
                      <a:r>
                        <a:rPr lang="si-LK" sz="1200" dirty="0">
                          <a:effectLst/>
                          <a:latin typeface="Calibri" panose="020F0502020204030204" pitchFamily="34" charset="0"/>
                          <a:ea typeface="Calibri" panose="020F0502020204030204" pitchFamily="34" charset="0"/>
                          <a:cs typeface="Iskoola Pota" panose="02010503010101010104" pitchFamily="2" charset="0"/>
                        </a:rPr>
                        <a:t>කොන</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්ක්‍රීට</a:t>
                      </a:r>
                      <a:r>
                        <a:rPr lang="si-LK" sz="1200" dirty="0">
                          <a:effectLst/>
                          <a:latin typeface="Calibri" panose="020F0502020204030204" pitchFamily="34" charset="0"/>
                          <a:ea typeface="Calibri" panose="020F0502020204030204" pitchFamily="34" charset="0"/>
                          <a:cs typeface="Iskoola Pota" panose="02010503010101010104" pitchFamily="2" charset="0"/>
                        </a:rPr>
                        <a:t>් සහ අනෙකුත්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ව්‍යුහාත්මක</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ගොඩනැගිලි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බ</a:t>
                      </a:r>
                      <a:r>
                        <a:rPr lang="si-LK" sz="1200" dirty="0">
                          <a:effectLst/>
                          <a:latin typeface="Calibri" panose="020F0502020204030204" pitchFamily="34" charset="0"/>
                          <a:ea typeface="Calibri" panose="020F0502020204030204" pitchFamily="34" charset="0"/>
                          <a:cs typeface="Iskoola Pota" panose="02010503010101010104" pitchFamily="2" charset="0"/>
                        </a:rPr>
                        <a:t>ිඳ දැමීම සඳහා</a:t>
                      </a: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ප්‍රථම ප්‍රතිචාර දක</a:t>
                      </a:r>
                      <a:r>
                        <a:rPr lang="si-LK" sz="1200" dirty="0">
                          <a:effectLst/>
                          <a:latin typeface="Calibri" panose="020F0502020204030204" pitchFamily="34" charset="0"/>
                          <a:ea typeface="Calibri" panose="020F0502020204030204" pitchFamily="34" charset="0"/>
                          <a:cs typeface="Iskoola Pota" panose="02010503010101010104" pitchFamily="2" charset="0"/>
                        </a:rPr>
                        <a:t>්වන්නන</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විසින් අනුගමනය කළ යුතු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ආරක</a:t>
                      </a:r>
                      <a:r>
                        <a:rPr lang="si-LK" sz="1200" dirty="0">
                          <a:effectLst/>
                          <a:latin typeface="Calibri" panose="020F0502020204030204" pitchFamily="34" charset="0"/>
                          <a:ea typeface="Calibri" panose="020F0502020204030204" pitchFamily="34" charset="0"/>
                          <a:cs typeface="Iskoola Pota" panose="02010503010101010104" pitchFamily="2" charset="0"/>
                        </a:rPr>
                        <a:t>්ෂි</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ත</a:t>
                      </a:r>
                      <a:r>
                        <a:rPr lang="si-LK" sz="1200" dirty="0" smtClean="0">
                          <a:effectLst/>
                          <a:latin typeface="Calibri" panose="020F0502020204030204" pitchFamily="34" charset="0"/>
                          <a:ea typeface="Calibri" panose="020F0502020204030204" pitchFamily="34" charset="0"/>
                          <a:cs typeface="+mn-cs"/>
                        </a:rPr>
                        <a:t>ප්</a:t>
                      </a:r>
                      <a:r>
                        <a:rPr lang="en-US" sz="1200" dirty="0" smtClean="0">
                          <a:effectLst/>
                          <a:latin typeface="Calibri" panose="020F0502020204030204" pitchFamily="34" charset="0"/>
                          <a:ea typeface="Calibri" panose="020F0502020204030204" pitchFamily="34" charset="0"/>
                          <a:cs typeface="Iskoola Pota" panose="02010503010101010104" pitchFamily="2" charset="0"/>
                        </a:rPr>
                        <a:t>‍</a:t>
                      </a:r>
                      <a:r>
                        <a:rPr lang="si-LK" sz="1200" dirty="0" smtClean="0">
                          <a:effectLst/>
                          <a:latin typeface="Calibri" panose="020F0502020204030204" pitchFamily="34" charset="0"/>
                          <a:ea typeface="Calibri" panose="020F0502020204030204" pitchFamily="34" charset="0"/>
                          <a:cs typeface="+mn-cs"/>
                        </a:rPr>
                        <a:t>රත</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සහ සරල තාක්ෂණික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ක්‍රම ස</a:t>
                      </a:r>
                      <a:r>
                        <a:rPr lang="si-LK" sz="1200" dirty="0">
                          <a:effectLst/>
                          <a:latin typeface="Calibri" panose="020F0502020204030204" pitchFamily="34" charset="0"/>
                          <a:ea typeface="Calibri" panose="020F0502020204030204" pitchFamily="34" charset="0"/>
                          <a:cs typeface="Iskoola Pota" panose="02010503010101010104" pitchFamily="2" charset="0"/>
                        </a:rPr>
                        <a:t>ැපයීම</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කොන්ක්‍රීට්</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කොටසක් </a:t>
                      </a:r>
                      <a:r>
                        <a:rPr lang="si-LK" sz="1200" dirty="0" smtClean="0">
                          <a:effectLst/>
                          <a:latin typeface="Iskoola Pota" panose="02010503010101010104" pitchFamily="2" charset="0"/>
                          <a:ea typeface="Calibri" panose="020F0502020204030204" pitchFamily="34" charset="0"/>
                          <a:cs typeface="Iskoola Pota" panose="02010503010101010104" pitchFamily="2" charset="0"/>
                        </a:rPr>
                        <a:t>ක</a:t>
                      </a:r>
                      <a:r>
                        <a:rPr lang="si-LK" sz="1200" dirty="0">
                          <a:effectLst/>
                          <a:latin typeface="Iskoola Pota" panose="02010503010101010104" pitchFamily="2" charset="0"/>
                          <a:ea typeface="Calibri" panose="020F0502020204030204" pitchFamily="34" charset="0"/>
                          <a:cs typeface="Iskoola Pota" panose="02010503010101010104" pitchFamily="2" charset="0"/>
                        </a:rPr>
                        <a:t>ැඩී යාමෙන් හානියට පත් </a:t>
                      </a:r>
                      <a:r>
                        <a:rPr lang="si-LK" sz="1200" dirty="0" smtClean="0">
                          <a:effectLst/>
                          <a:latin typeface="Iskoola Pota" panose="02010503010101010104" pitchFamily="2" charset="0"/>
                          <a:ea typeface="Calibri" panose="020F0502020204030204" pitchFamily="34" charset="0"/>
                          <a:cs typeface="Iskoola Pota" panose="02010503010101010104" pitchFamily="2" charset="0"/>
                        </a:rPr>
                        <a:t>ගොඩනැගිලි</a:t>
                      </a:r>
                      <a:r>
                        <a:rPr lang="si-LK" sz="1200" baseline="0" dirty="0" smtClean="0">
                          <a:effectLst/>
                          <a:latin typeface="Iskoola Pota" panose="02010503010101010104" pitchFamily="2" charset="0"/>
                          <a:ea typeface="Calibri" panose="020F0502020204030204" pitchFamily="34" charset="0"/>
                          <a:cs typeface="Iskoola Pota" panose="02010503010101010104" pitchFamily="2" charset="0"/>
                        </a:rPr>
                        <a:t> </a:t>
                      </a:r>
                      <a:r>
                        <a:rPr lang="si-LK" sz="1200" dirty="0" smtClean="0">
                          <a:effectLst/>
                          <a:latin typeface="Iskoola Pota" panose="02010503010101010104" pitchFamily="2" charset="0"/>
                          <a:ea typeface="Calibri" panose="020F0502020204030204" pitchFamily="34" charset="0"/>
                          <a:cs typeface="Iskoola Pota" panose="02010503010101010104" pitchFamily="2" charset="0"/>
                        </a:rPr>
                        <a:t>ව්‍යුහයකට ඇත</a:t>
                      </a:r>
                      <a:r>
                        <a:rPr lang="si-LK" sz="1200" dirty="0">
                          <a:effectLst/>
                          <a:latin typeface="Iskoola Pota" panose="02010503010101010104" pitchFamily="2" charset="0"/>
                          <a:ea typeface="Calibri" panose="020F0502020204030204" pitchFamily="34" charset="0"/>
                          <a:cs typeface="Iskoola Pota" panose="02010503010101010104" pitchFamily="2" charset="0"/>
                        </a:rPr>
                        <a:t>ි කළ හැකි බලපෑම පිළිබඳ අවබෝධයක් ලබා දීම </a:t>
                      </a:r>
                      <a:r>
                        <a:rPr lang="en-US" sz="1200" dirty="0">
                          <a:effectLst/>
                          <a:latin typeface="Iskoola Pota" panose="02010503010101010104" pitchFamily="2" charset="0"/>
                          <a:ea typeface="Calibri" panose="020F0502020204030204" pitchFamily="34" charset="0"/>
                          <a:cs typeface="Iskoola Pota" panose="02010503010101010104" pitchFamily="2" charset="0"/>
                        </a:rPr>
                        <a:t> </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200" dirty="0">
                          <a:effectLst/>
                          <a:latin typeface="Calibri" panose="020F0502020204030204" pitchFamily="34" charset="0"/>
                          <a:ea typeface="Calibri" panose="020F0502020204030204" pitchFamily="34" charset="0"/>
                          <a:cs typeface="Iskoola Pota" panose="02010503010101010104" pitchFamily="2" charset="0"/>
                        </a:rPr>
                        <a:t>සහභාගිවන්නන්ට</a:t>
                      </a:r>
                      <a:r>
                        <a:rPr lang="en-US" sz="1200" dirty="0">
                          <a:effectLst/>
                          <a:latin typeface="Iskoola Pota" panose="02010503010101010104" pitchFamily="2" charset="0"/>
                          <a:ea typeface="Calibri" panose="020F0502020204030204" pitchFamily="34" charset="0"/>
                          <a:cs typeface="Iskoola Pota" panose="02010503010101010104" pitchFamily="2" charset="0"/>
                        </a:rPr>
                        <a:t>, </a:t>
                      </a:r>
                      <a:r>
                        <a:rPr lang="si-LK" sz="1200" dirty="0">
                          <a:effectLst/>
                          <a:latin typeface="Iskoola Pota" panose="02010503010101010104" pitchFamily="2" charset="0"/>
                          <a:ea typeface="Calibri" panose="020F0502020204030204" pitchFamily="34" charset="0"/>
                          <a:cs typeface="Iskoola Pota" panose="02010503010101010104" pitchFamily="2" charset="0"/>
                        </a:rPr>
                        <a:t>කණ්ඩායමක් ලෙස </a:t>
                      </a:r>
                      <a:r>
                        <a:rPr lang="si-LK" sz="1200" dirty="0" smtClean="0">
                          <a:effectLst/>
                          <a:latin typeface="Iskoola Pota" panose="02010503010101010104" pitchFamily="2" charset="0"/>
                          <a:ea typeface="Calibri" panose="020F0502020204030204" pitchFamily="34" charset="0"/>
                          <a:cs typeface="Iskoola Pota" panose="02010503010101010104" pitchFamily="2" charset="0"/>
                        </a:rPr>
                        <a:t>අත</a:t>
                      </a:r>
                      <a:r>
                        <a:rPr lang="si-LK" sz="1200" dirty="0">
                          <a:effectLst/>
                          <a:latin typeface="Iskoola Pota" panose="02010503010101010104" pitchFamily="2" charset="0"/>
                          <a:ea typeface="Calibri" panose="020F0502020204030204" pitchFamily="34" charset="0"/>
                          <a:cs typeface="Iskoola Pota" panose="02010503010101010104" pitchFamily="2" charset="0"/>
                        </a:rPr>
                        <a:t>් ආයුධ </a:t>
                      </a:r>
                      <a:r>
                        <a:rPr lang="si-LK" sz="1200" dirty="0" smtClean="0">
                          <a:effectLst/>
                          <a:latin typeface="Iskoola Pota" panose="02010503010101010104" pitchFamily="2" charset="0"/>
                          <a:ea typeface="Calibri" panose="020F0502020204030204" pitchFamily="34" charset="0"/>
                          <a:cs typeface="Iskoola Pota" panose="02010503010101010104" pitchFamily="2" charset="0"/>
                        </a:rPr>
                        <a:t>භාවිතා</a:t>
                      </a:r>
                      <a:r>
                        <a:rPr lang="si-LK" sz="1200" baseline="0" dirty="0" smtClean="0">
                          <a:effectLst/>
                          <a:latin typeface="Iskoola Pota" panose="02010503010101010104" pitchFamily="2" charset="0"/>
                          <a:ea typeface="Calibri" panose="020F0502020204030204" pitchFamily="34" charset="0"/>
                          <a:cs typeface="Iskoola Pota" panose="02010503010101010104" pitchFamily="2" charset="0"/>
                        </a:rPr>
                        <a:t> කර </a:t>
                      </a:r>
                      <a:r>
                        <a:rPr lang="si-LK" sz="1200" dirty="0" smtClean="0">
                          <a:effectLst/>
                          <a:latin typeface="Iskoola Pota" panose="02010503010101010104" pitchFamily="2" charset="0"/>
                          <a:ea typeface="Calibri" panose="020F0502020204030204" pitchFamily="34" charset="0"/>
                          <a:cs typeface="Iskoola Pota" panose="02010503010101010104" pitchFamily="2" charset="0"/>
                        </a:rPr>
                        <a:t>සරල කොන්ක්‍රීට්</a:t>
                      </a:r>
                      <a:r>
                        <a:rPr lang="si-LK" sz="1200" baseline="0" dirty="0" smtClean="0">
                          <a:effectLst/>
                          <a:latin typeface="Iskoola Pota" panose="02010503010101010104" pitchFamily="2" charset="0"/>
                          <a:ea typeface="Calibri" panose="020F0502020204030204" pitchFamily="34" charset="0"/>
                          <a:cs typeface="Iskoola Pota" panose="02010503010101010104" pitchFamily="2" charset="0"/>
                        </a:rPr>
                        <a:t> </a:t>
                      </a:r>
                      <a:r>
                        <a:rPr lang="si-LK" sz="1200" dirty="0" smtClean="0">
                          <a:effectLst/>
                          <a:latin typeface="Iskoola Pota" panose="02010503010101010104" pitchFamily="2" charset="0"/>
                          <a:ea typeface="Calibri" panose="020F0502020204030204" pitchFamily="34" charset="0"/>
                          <a:cs typeface="Iskoola Pota" panose="02010503010101010104" pitchFamily="2" charset="0"/>
                        </a:rPr>
                        <a:t>තහඩුවක් ප්‍රවේශම</a:t>
                      </a:r>
                      <a:r>
                        <a:rPr lang="si-LK" sz="1200" dirty="0">
                          <a:effectLst/>
                          <a:latin typeface="Iskoola Pota" panose="02010503010101010104" pitchFamily="2" charset="0"/>
                          <a:ea typeface="Calibri" panose="020F0502020204030204" pitchFamily="34" charset="0"/>
                          <a:cs typeface="Iskoola Pota" panose="02010503010101010104" pitchFamily="2" charset="0"/>
                        </a:rPr>
                        <a:t>ෙන් කැඩීමට </a:t>
                      </a:r>
                      <a:r>
                        <a:rPr lang="si-LK" sz="1200" dirty="0" smtClean="0">
                          <a:effectLst/>
                          <a:latin typeface="Iskoola Pota" panose="02010503010101010104" pitchFamily="2" charset="0"/>
                          <a:ea typeface="Calibri" panose="020F0502020204030204" pitchFamily="34" charset="0"/>
                          <a:cs typeface="Iskoola Pota" panose="02010503010101010104" pitchFamily="2" charset="0"/>
                        </a:rPr>
                        <a:t>සහ ඒ</a:t>
                      </a:r>
                      <a:r>
                        <a:rPr lang="si-LK" sz="1200" baseline="0" dirty="0" smtClean="0">
                          <a:effectLst/>
                          <a:latin typeface="Iskoola Pota" panose="02010503010101010104" pitchFamily="2" charset="0"/>
                          <a:ea typeface="Calibri" panose="020F0502020204030204" pitchFamily="34" charset="0"/>
                          <a:cs typeface="Iskoola Pota" panose="02010503010101010104" pitchFamily="2" charset="0"/>
                        </a:rPr>
                        <a:t> තුළින් ප්‍රවේශයක් සාදා ගැනිමට </a:t>
                      </a:r>
                      <a:r>
                        <a:rPr lang="si-LK" sz="1200" dirty="0" smtClean="0">
                          <a:effectLst/>
                          <a:latin typeface="Iskoola Pota" panose="02010503010101010104" pitchFamily="2" charset="0"/>
                          <a:ea typeface="Calibri" panose="020F0502020204030204" pitchFamily="34" charset="0"/>
                          <a:cs typeface="Iskoola Pota" panose="02010503010101010104" pitchFamily="2" charset="0"/>
                        </a:rPr>
                        <a:t>ඉඩ සැලසීම.</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285750" marR="0" indent="-285750">
                        <a:lnSpc>
                          <a:spcPct val="107000"/>
                        </a:lnSpc>
                        <a:spcBef>
                          <a:spcPts val="0"/>
                        </a:spcBef>
                        <a:spcAft>
                          <a:spcPts val="0"/>
                        </a:spcAft>
                        <a:buFont typeface="Arial" panose="020B0604020202020204" pitchFamily="34" charset="0"/>
                        <a:buChar char="•"/>
                      </a:pPr>
                      <a:r>
                        <a:rPr lang="si-LK" sz="1200" dirty="0" smtClean="0">
                          <a:effectLst/>
                          <a:latin typeface="Iskoola Pota" panose="02010503010101010104" pitchFamily="2" charset="0"/>
                          <a:ea typeface="Calibri" panose="020F0502020204030204" pitchFamily="34" charset="0"/>
                          <a:cs typeface="Iskoola Pota" panose="02010503010101010104" pitchFamily="2" charset="0"/>
                        </a:rPr>
                        <a:t>භාහිර බලය මගින් ක්‍රියාකරන උපකරණ පිළීබද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අවබෝධයක් ලබා දීමට මෙවලම් කඩාවැටීමේ ප්‍රදේශයේ ආරක්ෂිතව හා ඵලදායී ලෙස භාවිතා කළ හැකි</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ආකාරය</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si-LK" sz="1200" dirty="0">
                          <a:effectLst/>
                          <a:latin typeface="Calibri" panose="020F0502020204030204" pitchFamily="34" charset="0"/>
                          <a:ea typeface="Calibri" panose="020F0502020204030204" pitchFamily="34" charset="0"/>
                          <a:cs typeface="Iskoola Pota" panose="02010503010101010104" pitchFamily="2" charset="0"/>
                        </a:rPr>
                        <a:t>මෙම සැසියේ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ප්‍රත</a:t>
                      </a:r>
                      <a:r>
                        <a:rPr lang="si-LK" sz="1200" dirty="0">
                          <a:effectLst/>
                          <a:latin typeface="Calibri" panose="020F0502020204030204" pitchFamily="34" charset="0"/>
                          <a:ea typeface="Calibri" panose="020F0502020204030204" pitchFamily="34" charset="0"/>
                          <a:cs typeface="Iskoola Pota" panose="02010503010101010104" pitchFamily="2" charset="0"/>
                        </a:rPr>
                        <a:t>ිඵලයක් ලෙස</a:t>
                      </a: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a:effectLst/>
                          <a:latin typeface="Calibri" panose="020F0502020204030204" pitchFamily="34" charset="0"/>
                          <a:ea typeface="Calibri" panose="020F0502020204030204" pitchFamily="34" charset="0"/>
                          <a:cs typeface="Iskoola Pota" panose="02010503010101010104" pitchFamily="2" charset="0"/>
                        </a:rPr>
                        <a:t>සහභාගිවන්නාට හැකි වනු ඇත</a:t>
                      </a:r>
                      <a:r>
                        <a:rPr lang="en-US" sz="1200" dirty="0">
                          <a:effectLst/>
                          <a:latin typeface="Calibri" panose="020F0502020204030204" pitchFamily="34" charset="0"/>
                          <a:ea typeface="Calibri" panose="020F0502020204030204" pitchFamily="34" charset="0"/>
                          <a:cs typeface="Iskoola Pota" panose="02010503010101010104" pitchFamily="2" charset="0"/>
                        </a:rPr>
                        <a:t>:</a:t>
                      </a:r>
                    </a:p>
                    <a:p>
                      <a:pPr marL="347663" marR="0" indent="-347663">
                        <a:lnSpc>
                          <a:spcPct val="107000"/>
                        </a:lnSpc>
                        <a:spcBef>
                          <a:spcPts val="0"/>
                        </a:spcBef>
                        <a:spcAft>
                          <a:spcPts val="0"/>
                        </a:spcAft>
                        <a:buFont typeface="Arial" panose="020B0604020202020204" pitchFamily="34" charset="0"/>
                        <a:buChar char="•"/>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ආරක</a:t>
                      </a:r>
                      <a:r>
                        <a:rPr lang="si-LK" sz="1200" dirty="0">
                          <a:effectLst/>
                          <a:latin typeface="Calibri" panose="020F0502020204030204" pitchFamily="34" charset="0"/>
                          <a:ea typeface="Calibri" panose="020F0502020204030204" pitchFamily="34" charset="0"/>
                          <a:cs typeface="Iskoola Pota" panose="02010503010101010104" pitchFamily="2" charset="0"/>
                        </a:rPr>
                        <a:t>්ෂිතව සහ ඵලදායී ලෙස ඉදිකිරීම්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ද්‍රව්‍ය කොටසක</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ක</a:t>
                      </a:r>
                      <a:r>
                        <a:rPr lang="si-LK" sz="1200" dirty="0">
                          <a:effectLst/>
                          <a:latin typeface="Calibri" panose="020F0502020204030204" pitchFamily="34" charset="0"/>
                          <a:ea typeface="Calibri" panose="020F0502020204030204" pitchFamily="34" charset="0"/>
                          <a:cs typeface="Iskoola Pota" panose="02010503010101010104" pitchFamily="2" charset="0"/>
                        </a:rPr>
                        <a:t>ැබැල්ලක් කැපීම හෝ කැඩී යාම සහ කඩා වැටුණු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ගොඩනැගිල්ලක</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මෙමගින්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ඇත</a:t>
                      </a:r>
                      <a:r>
                        <a:rPr lang="si-LK" sz="1200" dirty="0">
                          <a:effectLst/>
                          <a:latin typeface="Calibri" panose="020F0502020204030204" pitchFamily="34" charset="0"/>
                          <a:ea typeface="Calibri" panose="020F0502020204030204" pitchFamily="34" charset="0"/>
                          <a:cs typeface="Iskoola Pota" panose="02010503010101010104" pitchFamily="2" charset="0"/>
                        </a:rPr>
                        <a:t>ි කළ හැකි බලපෑම තේරුම්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ගැනීම.</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p>
                      <a:pPr marL="347663" marR="0" indent="-347663">
                        <a:lnSpc>
                          <a:spcPct val="107000"/>
                        </a:lnSpc>
                        <a:spcBef>
                          <a:spcPts val="0"/>
                        </a:spcBef>
                        <a:spcAft>
                          <a:spcPts val="0"/>
                        </a:spcAft>
                        <a:buFont typeface="Arial" panose="020B0604020202020204" pitchFamily="34" charset="0"/>
                        <a:buChar char="•"/>
                      </a:pPr>
                      <a:r>
                        <a:rPr lang="en-US" sz="1200" dirty="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ස</a:t>
                      </a:r>
                      <a:r>
                        <a:rPr lang="si-LK" sz="1200" dirty="0">
                          <a:effectLst/>
                          <a:latin typeface="Calibri" panose="020F0502020204030204" pitchFamily="34" charset="0"/>
                          <a:ea typeface="Calibri" panose="020F0502020204030204" pitchFamily="34" charset="0"/>
                          <a:cs typeface="Iskoola Pota" panose="02010503010101010104" pitchFamily="2" charset="0"/>
                        </a:rPr>
                        <a:t>ුන්බුන්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අසලදි එකිනෙකාගේ</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ප</a:t>
                      </a:r>
                      <a:r>
                        <a:rPr lang="si-LK" sz="1200" dirty="0">
                          <a:effectLst/>
                          <a:latin typeface="Calibri" panose="020F0502020204030204" pitchFamily="34" charset="0"/>
                          <a:ea typeface="Calibri" panose="020F0502020204030204" pitchFamily="34" charset="0"/>
                          <a:cs typeface="Iskoola Pota" panose="02010503010101010104" pitchFamily="2" charset="0"/>
                        </a:rPr>
                        <a:t>ුද්ගලික ආරක්ෂාව සඳහා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අවශ්‍ය </a:t>
                      </a:r>
                      <a:r>
                        <a:rPr lang="si-LK" sz="1200" dirty="0">
                          <a:effectLst/>
                          <a:latin typeface="Calibri" panose="020F0502020204030204" pitchFamily="34" charset="0"/>
                          <a:ea typeface="Calibri" panose="020F0502020204030204" pitchFamily="34" charset="0"/>
                          <a:cs typeface="Iskoola Pota" panose="02010503010101010104" pitchFamily="2" charset="0"/>
                        </a:rPr>
                        <a:t>සුදුසු</a:t>
                      </a:r>
                      <a:r>
                        <a:rPr lang="en-US" sz="1200" dirty="0">
                          <a:effectLst/>
                          <a:latin typeface="Calibri" panose="020F0502020204030204" pitchFamily="34" charset="0"/>
                          <a:ea typeface="Calibri" panose="020F0502020204030204" pitchFamily="34" charset="0"/>
                          <a:cs typeface="Iskoola Pota" panose="02010503010101010104" pitchFamily="2" charset="0"/>
                        </a:rPr>
                        <a:t> PPE </a:t>
                      </a:r>
                      <a:r>
                        <a:rPr lang="si-LK" sz="1200" dirty="0">
                          <a:effectLst/>
                          <a:latin typeface="Calibri" panose="020F0502020204030204" pitchFamily="34" charset="0"/>
                          <a:ea typeface="Calibri" panose="020F0502020204030204" pitchFamily="34" charset="0"/>
                          <a:cs typeface="Iskoola Pota" panose="02010503010101010104" pitchFamily="2" charset="0"/>
                        </a:rPr>
                        <a:t>පිළිබඳව ද සහභාගිවන්නන්ට අවබෝධයක් </a:t>
                      </a:r>
                      <a:r>
                        <a:rPr lang="si-LK" sz="1200" dirty="0" smtClean="0">
                          <a:effectLst/>
                          <a:latin typeface="Calibri" panose="020F0502020204030204" pitchFamily="34" charset="0"/>
                          <a:ea typeface="Calibri" panose="020F0502020204030204" pitchFamily="34" charset="0"/>
                          <a:cs typeface="Iskoola Pota" panose="02010503010101010104" pitchFamily="2" charset="0"/>
                        </a:rPr>
                        <a:t>ලබා</a:t>
                      </a:r>
                      <a:r>
                        <a:rPr lang="si-LK" sz="1200" baseline="0" dirty="0" smtClean="0">
                          <a:effectLst/>
                          <a:latin typeface="Calibri" panose="020F0502020204030204" pitchFamily="34" charset="0"/>
                          <a:ea typeface="Calibri" panose="020F0502020204030204" pitchFamily="34" charset="0"/>
                          <a:cs typeface="Iskoola Pota" panose="02010503010101010104" pitchFamily="2" charset="0"/>
                        </a:rPr>
                        <a:t> ගැනිම.</a:t>
                      </a:r>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2431730118"/>
              </p:ext>
            </p:extLst>
          </p:nvPr>
        </p:nvGraphicFramePr>
        <p:xfrm>
          <a:off x="92597" y="1945242"/>
          <a:ext cx="11807009" cy="5557109"/>
        </p:xfrm>
        <a:graphic>
          <a:graphicData uri="http://schemas.openxmlformats.org/drawingml/2006/table">
            <a:tbl>
              <a:tblPr firstRow="1" firstCol="1" bandRow="1"/>
              <a:tblGrid>
                <a:gridCol w="625033"/>
                <a:gridCol w="2777924"/>
                <a:gridCol w="6111433"/>
                <a:gridCol w="2292619"/>
              </a:tblGrid>
              <a:tr h="228941">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කාලය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42654" marR="426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අන්තර්ගතය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42654" marR="426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0000"/>
                        </a:lnSpc>
                        <a:spcBef>
                          <a:spcPts val="0"/>
                        </a:spcBef>
                        <a:spcAft>
                          <a:spcPts val="0"/>
                        </a:spcAft>
                      </a:pP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ක්‍රියාකාරකම්</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2654" marR="426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සම්පත්</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42654" marR="426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r>
              <a:tr h="640477">
                <a:tc rowSpan="2">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විනාඩි</a:t>
                      </a:r>
                      <a:r>
                        <a:rPr lang="en-US" sz="1400" dirty="0">
                          <a:effectLst/>
                          <a:latin typeface="Calibri" panose="020F0502020204030204" pitchFamily="34" charset="0"/>
                          <a:ea typeface="Calibri" panose="020F0502020204030204" pitchFamily="34" charset="0"/>
                          <a:cs typeface="Iskoola Pota" panose="02010503010101010104" pitchFamily="2" charset="0"/>
                        </a:rPr>
                        <a:t> 10 </a:t>
                      </a:r>
                      <a:r>
                        <a:rPr lang="si-LK" sz="1400" dirty="0">
                          <a:effectLst/>
                          <a:latin typeface="Calibri" panose="020F0502020204030204" pitchFamily="34" charset="0"/>
                          <a:ea typeface="Calibri" panose="020F0502020204030204" pitchFamily="34" charset="0"/>
                          <a:cs typeface="Iskoola Pota" panose="02010503010101010104" pitchFamily="2" charset="0"/>
                        </a:rPr>
                        <a:t>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උපකරණ සහ ආරක්ෂාව පිළිබඳ දළ විශ්ලේෂණය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උපදේශක</a:t>
                      </a:r>
                      <a:r>
                        <a:rPr lang="en-US" sz="1400" dirty="0">
                          <a:effectLst/>
                          <a:latin typeface="Calibri" panose="020F0502020204030204" pitchFamily="34" charset="0"/>
                          <a:ea typeface="Calibri" panose="020F0502020204030204" pitchFamily="34" charset="0"/>
                          <a:cs typeface="Iskoola Pota" panose="02010503010101010104" pitchFamily="2" charset="0"/>
                        </a:rPr>
                        <a:t>: </a:t>
                      </a:r>
                      <a:r>
                        <a:rPr lang="si-LK" sz="1400" dirty="0">
                          <a:effectLst/>
                          <a:latin typeface="Calibri" panose="020F0502020204030204" pitchFamily="34" charset="0"/>
                          <a:ea typeface="Calibri" panose="020F0502020204030204" pitchFamily="34" charset="0"/>
                          <a:cs typeface="Iskoola Pota" panose="02010503010101010104" pitchFamily="2" charset="0"/>
                        </a:rPr>
                        <a:t>සහභාගිවන්නන්ට කොන්ක්</a:t>
                      </a:r>
                      <a:r>
                        <a:rPr lang="en-US" sz="1400" dirty="0">
                          <a:effectLst/>
                          <a:latin typeface="Calibri" panose="020F0502020204030204" pitchFamily="34" charset="0"/>
                          <a:ea typeface="Calibri" panose="020F0502020204030204" pitchFamily="34" charset="0"/>
                          <a:cs typeface="Iskoola Pota" panose="02010503010101010104" pitchFamily="2" charset="0"/>
                        </a:rPr>
                        <a:t>‍</a:t>
                      </a:r>
                      <a:r>
                        <a:rPr lang="si-LK" sz="1400" dirty="0">
                          <a:effectLst/>
                          <a:latin typeface="Calibri" panose="020F0502020204030204" pitchFamily="34" charset="0"/>
                          <a:ea typeface="Calibri" panose="020F0502020204030204" pitchFamily="34" charset="0"/>
                          <a:cs typeface="Iskoola Pota" panose="02010503010101010104" pitchFamily="2" charset="0"/>
                        </a:rPr>
                        <a:t>රීට් කැඩීමට සහ කැපීමට භාවිතා කළ හැකි විවිධ අත් මෙවලම් සහ එක් එක්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උපකරණයට</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අද</a:t>
                      </a:r>
                      <a:r>
                        <a:rPr lang="si-LK" sz="1400" dirty="0">
                          <a:effectLst/>
                          <a:latin typeface="Calibri" panose="020F0502020204030204" pitchFamily="34" charset="0"/>
                          <a:ea typeface="Calibri" panose="020F0502020204030204" pitchFamily="34" charset="0"/>
                          <a:cs typeface="Iskoola Pota" panose="02010503010101010104" pitchFamily="2" charset="0"/>
                        </a:rPr>
                        <a:t>ාළ ආරක්ෂක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අවශ්‍යතා </a:t>
                      </a:r>
                      <a:r>
                        <a:rPr lang="si-LK" sz="1400" dirty="0">
                          <a:effectLst/>
                          <a:latin typeface="Calibri" panose="020F0502020204030204" pitchFamily="34" charset="0"/>
                          <a:ea typeface="Calibri" panose="020F0502020204030204" pitchFamily="34" charset="0"/>
                          <a:cs typeface="Iskoola Pota" panose="02010503010101010104" pitchFamily="2" charset="0"/>
                        </a:rPr>
                        <a:t>පෙන්වනු ලැබේ</a:t>
                      </a:r>
                      <a:r>
                        <a:rPr lang="en-US" sz="1400" dirty="0">
                          <a:effectLst/>
                          <a:latin typeface="Calibri" panose="020F0502020204030204" pitchFamily="34" charset="0"/>
                          <a:ea typeface="Calibri" panose="020F0502020204030204" pitchFamily="34" charset="0"/>
                          <a:cs typeface="Iskoola Pota" panose="02010503010101010104" pitchFamily="2" charset="0"/>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FR </a:t>
                      </a:r>
                      <a:r>
                        <a:rPr lang="si-LK" sz="1400" dirty="0">
                          <a:effectLst/>
                          <a:latin typeface="Calibri" panose="020F0502020204030204" pitchFamily="34" charset="0"/>
                          <a:ea typeface="Calibri" panose="020F0502020204030204" pitchFamily="34" charset="0"/>
                          <a:cs typeface="Iskoola Pota" panose="02010503010101010104" pitchFamily="2" charset="0"/>
                        </a:rPr>
                        <a:t>ඉදිරිපත් කිරීම</a:t>
                      </a:r>
                      <a:r>
                        <a:rPr lang="en-US" sz="1400" dirty="0">
                          <a:effectLst/>
                          <a:latin typeface="Calibri" panose="020F0502020204030204" pitchFamily="34" charset="0"/>
                          <a:ea typeface="Calibri" panose="020F0502020204030204" pitchFamily="34" charset="0"/>
                          <a:cs typeface="Iskoola Pota" panose="02010503010101010104" pitchFamily="2" charset="0"/>
                        </a:rPr>
                        <a:t> 5.4</a:t>
                      </a: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Sledge Hammer</a:t>
                      </a:r>
                    </a:p>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ලම්ප් මිටිය සහ චිසල්</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විකල්ප</a:t>
                      </a:r>
                      <a:r>
                        <a:rPr lang="en-US" sz="1400" dirty="0">
                          <a:effectLst/>
                          <a:latin typeface="Calibri" panose="020F0502020204030204" pitchFamily="34" charset="0"/>
                          <a:ea typeface="Calibri" panose="020F0502020204030204" pitchFamily="34" charset="0"/>
                          <a:cs typeface="Iskoola Pota" panose="02010503010101010104" pitchFamily="2" charset="0"/>
                        </a:rPr>
                        <a:t>: Crowbar </a:t>
                      </a:r>
                      <a:r>
                        <a:rPr lang="si-LK" sz="1400" dirty="0">
                          <a:effectLst/>
                          <a:latin typeface="Calibri" panose="020F0502020204030204" pitchFamily="34" charset="0"/>
                          <a:ea typeface="Calibri" panose="020F0502020204030204" pitchFamily="34" charset="0"/>
                          <a:cs typeface="Iskoola Pota" panose="02010503010101010104" pitchFamily="2" charset="0"/>
                        </a:rPr>
                        <a:t>සහ</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බෝල්ට්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ක්‍රොපර්.</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2598">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සහභාගිවන්නා</a:t>
                      </a:r>
                      <a:r>
                        <a:rPr lang="en-US" sz="1400" dirty="0">
                          <a:effectLst/>
                          <a:latin typeface="Calibri" panose="020F0502020204030204" pitchFamily="34" charset="0"/>
                          <a:ea typeface="Calibri" panose="020F0502020204030204" pitchFamily="34" charset="0"/>
                          <a:cs typeface="Iskoola Pota" panose="02010503010101010104" pitchFamily="2" charset="0"/>
                        </a:rPr>
                        <a:t>: </a:t>
                      </a:r>
                      <a:r>
                        <a:rPr lang="si-LK" sz="1400" dirty="0">
                          <a:effectLst/>
                          <a:latin typeface="Calibri" panose="020F0502020204030204" pitchFamily="34" charset="0"/>
                          <a:ea typeface="Calibri" panose="020F0502020204030204" pitchFamily="34" charset="0"/>
                          <a:cs typeface="Iskoola Pota" panose="02010503010101010104" pitchFamily="2" charset="0"/>
                        </a:rPr>
                        <a:t>සෑම උපකරණයක්ම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හ</a:t>
                      </a:r>
                      <a:r>
                        <a:rPr lang="si-LK" sz="1400" dirty="0">
                          <a:effectLst/>
                          <a:latin typeface="Calibri" panose="020F0502020204030204" pitchFamily="34" charset="0"/>
                          <a:ea typeface="Calibri" panose="020F0502020204030204" pitchFamily="34" charset="0"/>
                          <a:cs typeface="Iskoola Pota" panose="02010503010101010104" pitchFamily="2" charset="0"/>
                        </a:rPr>
                        <a:t>ැසිරවී</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ම</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සහ ඉගෙන ගැනීම</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r>
              <a:tr h="679976">
                <a:tc rowSpan="2">
                  <a:txBody>
                    <a:bodyPr/>
                    <a:lstStyle/>
                    <a:p>
                      <a:pPr marL="0" marR="0">
                        <a:lnSpc>
                          <a:spcPct val="107000"/>
                        </a:lnSpc>
                        <a:spcBef>
                          <a:spcPts val="0"/>
                        </a:spcBef>
                        <a:spcAft>
                          <a:spcPts val="0"/>
                        </a:spcAft>
                      </a:pPr>
                      <a:r>
                        <a:rPr lang="si-LK" sz="1400">
                          <a:effectLst/>
                          <a:latin typeface="Calibri" panose="020F0502020204030204" pitchFamily="34" charset="0"/>
                          <a:ea typeface="Calibri" panose="020F0502020204030204" pitchFamily="34" charset="0"/>
                          <a:cs typeface="Iskoola Pota" panose="02010503010101010104" pitchFamily="2" charset="0"/>
                        </a:rPr>
                        <a:t>විනාඩි</a:t>
                      </a:r>
                      <a:r>
                        <a:rPr lang="en-US" sz="1400">
                          <a:effectLst/>
                          <a:latin typeface="Calibri" panose="020F0502020204030204" pitchFamily="34" charset="0"/>
                          <a:ea typeface="Calibri" panose="020F0502020204030204" pitchFamily="34" charset="0"/>
                          <a:cs typeface="Iskoola Pota" panose="02010503010101010104" pitchFamily="2" charset="0"/>
                        </a:rPr>
                        <a:t> 45 </a:t>
                      </a:r>
                      <a:r>
                        <a:rPr lang="si-LK" sz="1400">
                          <a:effectLst/>
                          <a:latin typeface="Calibri" panose="020F0502020204030204" pitchFamily="34" charset="0"/>
                          <a:ea typeface="Calibri" panose="020F0502020204030204" pitchFamily="34" charset="0"/>
                          <a:cs typeface="Iskoola Pota" panose="02010503010101010104" pitchFamily="2" charset="0"/>
                        </a:rPr>
                        <a:t>යි</a:t>
                      </a:r>
                      <a:endParaRPr lang="en-US" sz="140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ප්‍රායෝග</a:t>
                      </a:r>
                      <a:r>
                        <a:rPr lang="si-LK" sz="1400" dirty="0">
                          <a:effectLst/>
                          <a:latin typeface="Calibri" panose="020F0502020204030204" pitchFamily="34" charset="0"/>
                          <a:ea typeface="Calibri" panose="020F0502020204030204" pitchFamily="34" charset="0"/>
                          <a:cs typeface="Iskoola Pota" panose="02010503010101010104" pitchFamily="2" charset="0"/>
                        </a:rPr>
                        <a:t>ික කැපීම් සහ බ්</a:t>
                      </a:r>
                      <a:r>
                        <a:rPr lang="en-US" sz="1400" dirty="0">
                          <a:effectLst/>
                          <a:latin typeface="Calibri" panose="020F0502020204030204" pitchFamily="34" charset="0"/>
                          <a:ea typeface="Calibri" panose="020F0502020204030204" pitchFamily="34" charset="0"/>
                          <a:cs typeface="Iskoola Pota" panose="02010503010101010104" pitchFamily="2" charset="0"/>
                        </a:rPr>
                        <a:t>‍</a:t>
                      </a:r>
                      <a:r>
                        <a:rPr lang="si-LK" sz="1400" dirty="0">
                          <a:effectLst/>
                          <a:latin typeface="Calibri" panose="020F0502020204030204" pitchFamily="34" charset="0"/>
                          <a:ea typeface="Calibri" panose="020F0502020204030204" pitchFamily="34" charset="0"/>
                          <a:cs typeface="Iskoola Pota" panose="02010503010101010104" pitchFamily="2" charset="0"/>
                        </a:rPr>
                        <a:t>රේච් කිරීමේ මෙහෙයුම්</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උපදේශක</a:t>
                      </a:r>
                      <a:r>
                        <a:rPr lang="en-US" sz="1400" dirty="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උපද්‍රවයට ලක් වූවන් බේරාගැනිම</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සඳහ</a:t>
                      </a:r>
                      <a:r>
                        <a:rPr lang="si-LK" sz="1400" dirty="0">
                          <a:effectLst/>
                          <a:latin typeface="Calibri" panose="020F0502020204030204" pitchFamily="34" charset="0"/>
                          <a:ea typeface="Calibri" panose="020F0502020204030204" pitchFamily="34" charset="0"/>
                          <a:cs typeface="Iskoola Pota" panose="02010503010101010104" pitchFamily="2" charset="0"/>
                        </a:rPr>
                        <a:t>ා ඉඩ ලබා දීම සඳහා කළමනාකරණය කළ හැකි කොන්ක්</a:t>
                      </a:r>
                      <a:r>
                        <a:rPr lang="en-US" sz="1400" dirty="0">
                          <a:effectLst/>
                          <a:latin typeface="Calibri" panose="020F0502020204030204" pitchFamily="34" charset="0"/>
                          <a:ea typeface="Calibri" panose="020F0502020204030204" pitchFamily="34" charset="0"/>
                          <a:cs typeface="Iskoola Pota" panose="02010503010101010104" pitchFamily="2" charset="0"/>
                        </a:rPr>
                        <a:t>‍</a:t>
                      </a:r>
                      <a:r>
                        <a:rPr lang="si-LK" sz="1400" dirty="0">
                          <a:effectLst/>
                          <a:latin typeface="Calibri" panose="020F0502020204030204" pitchFamily="34" charset="0"/>
                          <a:ea typeface="Calibri" panose="020F0502020204030204" pitchFamily="34" charset="0"/>
                          <a:cs typeface="Iskoola Pota" panose="02010503010101010104" pitchFamily="2" charset="0"/>
                        </a:rPr>
                        <a:t>රීට් කුට්ටි ආරක්ෂිතව කැඩීමට අත් ආයුධ භාවිතා කරන ආකාරය සහභාගිවන්නන්ට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නිදර්ශනය</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කරනු ඇත.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ස</a:t>
                      </a:r>
                      <a:r>
                        <a:rPr lang="si-LK" sz="1400" dirty="0">
                          <a:effectLst/>
                          <a:latin typeface="Calibri" panose="020F0502020204030204" pitchFamily="34" charset="0"/>
                          <a:ea typeface="Calibri" panose="020F0502020204030204" pitchFamily="34" charset="0"/>
                          <a:cs typeface="Iskoola Pota" panose="02010503010101010104" pitchFamily="2" charset="0"/>
                        </a:rPr>
                        <a:t>ියලුම සහභාගිවන්නන්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ප්‍රායෝගික</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ස</a:t>
                      </a:r>
                      <a:r>
                        <a:rPr lang="si-LK" sz="1400" dirty="0">
                          <a:effectLst/>
                          <a:latin typeface="Calibri" panose="020F0502020204030204" pitchFamily="34" charset="0"/>
                          <a:ea typeface="Calibri" panose="020F0502020204030204" pitchFamily="34" charset="0"/>
                          <a:cs typeface="Iskoola Pota" panose="02010503010101010104" pitchFamily="2" charset="0"/>
                        </a:rPr>
                        <a:t>ැසියකට සහභාගී වනු ඇත</a:t>
                      </a:r>
                      <a:r>
                        <a:rPr lang="en-US" sz="1400" dirty="0">
                          <a:effectLst/>
                          <a:latin typeface="Calibri" panose="020F0502020204030204" pitchFamily="34" charset="0"/>
                          <a:ea typeface="Calibri" panose="020F0502020204030204" pitchFamily="34" charset="0"/>
                          <a:cs typeface="Iskoola Pota" panose="02010503010101010104" pitchFamily="2" charset="0"/>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400">
                          <a:effectLst/>
                          <a:latin typeface="Calibri" panose="020F0502020204030204" pitchFamily="34" charset="0"/>
                          <a:ea typeface="Calibri" panose="020F0502020204030204" pitchFamily="34" charset="0"/>
                          <a:cs typeface="Iskoola Pota" panose="02010503010101010104" pitchFamily="2" charset="0"/>
                        </a:rPr>
                        <a:t>සියලුම උපකරණ සහ ඒ</a:t>
                      </a:r>
                      <a:endParaRPr lang="en-US" sz="140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400">
                          <a:effectLst/>
                          <a:latin typeface="Calibri" panose="020F0502020204030204" pitchFamily="34" charset="0"/>
                          <a:ea typeface="Calibri" panose="020F0502020204030204" pitchFamily="34" charset="0"/>
                          <a:cs typeface="Iskoola Pota" panose="02010503010101010104" pitchFamily="2" charset="0"/>
                        </a:rPr>
                        <a:t>කොන්ක්රීට් ස්ලැබ්</a:t>
                      </a:r>
                      <a:endParaRPr lang="en-US" sz="140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Iskoola Pota" panose="02010503010101010104" pitchFamily="2" charset="0"/>
                        </a:rPr>
                        <a:t>cribbing blocks </a:t>
                      </a:r>
                      <a:r>
                        <a:rPr lang="si-LK" sz="1400">
                          <a:effectLst/>
                          <a:latin typeface="Calibri" panose="020F0502020204030204" pitchFamily="34" charset="0"/>
                          <a:ea typeface="Calibri" panose="020F0502020204030204" pitchFamily="34" charset="0"/>
                          <a:cs typeface="Iskoola Pota" panose="02010503010101010104" pitchFamily="2" charset="0"/>
                        </a:rPr>
                        <a:t>කිහිපයක්</a:t>
                      </a:r>
                      <a:endParaRPr lang="en-US" sz="140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133">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4 </a:t>
                      </a:r>
                      <a:r>
                        <a:rPr lang="si-LK" sz="1400" dirty="0">
                          <a:effectLst/>
                          <a:latin typeface="Calibri" panose="020F0502020204030204" pitchFamily="34" charset="0"/>
                          <a:ea typeface="Calibri" panose="020F0502020204030204" pitchFamily="34" charset="0"/>
                          <a:cs typeface="Iskoola Pota" panose="02010503010101010104" pitchFamily="2" charset="0"/>
                        </a:rPr>
                        <a:t>දෙනෙකුගෙන් යුත් කණ්ඩායම්වල සහභාගිවන්නන්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කුඩා</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ප්‍රමාණයේ බිද හෙළිම්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a:t>
                      </a:r>
                      <a:r>
                        <a:rPr lang="si-LK" sz="1400" dirty="0">
                          <a:effectLst/>
                          <a:latin typeface="Calibri" panose="020F0502020204030204" pitchFamily="34" charset="0"/>
                          <a:ea typeface="Calibri" panose="020F0502020204030204" pitchFamily="34" charset="0"/>
                          <a:cs typeface="Iskoola Pota" panose="02010503010101010104" pitchFamily="2" charset="0"/>
                        </a:rPr>
                        <a:t>ාර්යයක් ඉටු කරයි</a:t>
                      </a:r>
                      <a:r>
                        <a:rPr lang="en-US" sz="1400" dirty="0">
                          <a:effectLst/>
                          <a:latin typeface="Calibri" panose="020F0502020204030204" pitchFamily="34" charset="0"/>
                          <a:ea typeface="Calibri" panose="020F0502020204030204" pitchFamily="34" charset="0"/>
                          <a:cs typeface="Iskoola Pota" panose="02010503010101010104" pitchFamily="2" charset="0"/>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r>
              <a:tr h="679976">
                <a:tc rowSpan="2">
                  <a:txBody>
                    <a:bodyPr/>
                    <a:lstStyle/>
                    <a:p>
                      <a:pPr marL="0" marR="0">
                        <a:lnSpc>
                          <a:spcPct val="107000"/>
                        </a:lnSpc>
                        <a:spcBef>
                          <a:spcPts val="0"/>
                        </a:spcBef>
                        <a:spcAft>
                          <a:spcPts val="0"/>
                        </a:spcAft>
                      </a:pPr>
                      <a:r>
                        <a:rPr lang="si-LK" sz="1400">
                          <a:effectLst/>
                          <a:latin typeface="Calibri" panose="020F0502020204030204" pitchFamily="34" charset="0"/>
                          <a:ea typeface="Calibri" panose="020F0502020204030204" pitchFamily="34" charset="0"/>
                          <a:cs typeface="Iskoola Pota" panose="02010503010101010104" pitchFamily="2" charset="0"/>
                        </a:rPr>
                        <a:t>විනාඩි</a:t>
                      </a:r>
                      <a:r>
                        <a:rPr lang="en-US" sz="1400">
                          <a:effectLst/>
                          <a:latin typeface="Calibri" panose="020F0502020204030204" pitchFamily="34" charset="0"/>
                          <a:ea typeface="Calibri" panose="020F0502020204030204" pitchFamily="34" charset="0"/>
                          <a:cs typeface="Iskoola Pota" panose="02010503010101010104" pitchFamily="2" charset="0"/>
                        </a:rPr>
                        <a:t> 45 </a:t>
                      </a:r>
                      <a:r>
                        <a:rPr lang="si-LK" sz="1400">
                          <a:effectLst/>
                          <a:latin typeface="Calibri" panose="020F0502020204030204" pitchFamily="34" charset="0"/>
                          <a:ea typeface="Calibri" panose="020F0502020204030204" pitchFamily="34" charset="0"/>
                          <a:cs typeface="Iskoola Pota" panose="02010503010101010104" pitchFamily="2" charset="0"/>
                        </a:rPr>
                        <a:t>යි</a:t>
                      </a:r>
                      <a:endParaRPr lang="en-US" sz="140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400">
                          <a:effectLst/>
                          <a:latin typeface="Calibri" panose="020F0502020204030204" pitchFamily="34" charset="0"/>
                          <a:ea typeface="Calibri" panose="020F0502020204030204" pitchFamily="34" charset="0"/>
                          <a:cs typeface="Iskoola Pota" panose="02010503010101010104" pitchFamily="2" charset="0"/>
                        </a:rPr>
                        <a:t>අපිරිසිදු බ්</a:t>
                      </a:r>
                      <a:r>
                        <a:rPr lang="en-US" sz="1400">
                          <a:effectLst/>
                          <a:latin typeface="Calibri" panose="020F0502020204030204" pitchFamily="34" charset="0"/>
                          <a:ea typeface="Calibri" panose="020F0502020204030204" pitchFamily="34" charset="0"/>
                          <a:cs typeface="Iskoola Pota" panose="02010503010101010104" pitchFamily="2" charset="0"/>
                        </a:rPr>
                        <a:t>‍</a:t>
                      </a:r>
                      <a:r>
                        <a:rPr lang="si-LK" sz="1400">
                          <a:effectLst/>
                          <a:latin typeface="Calibri" panose="020F0502020204030204" pitchFamily="34" charset="0"/>
                          <a:ea typeface="Calibri" panose="020F0502020204030204" pitchFamily="34" charset="0"/>
                          <a:cs typeface="Iskoola Pota" panose="02010503010101010104" pitchFamily="2" charset="0"/>
                        </a:rPr>
                        <a:t>රීච් මෙහෙයුම</a:t>
                      </a:r>
                      <a:r>
                        <a:rPr lang="en-US" sz="1400">
                          <a:effectLst/>
                          <a:latin typeface="Calibri" panose="020F0502020204030204" pitchFamily="34" charset="0"/>
                          <a:ea typeface="Calibri" panose="020F0502020204030204" pitchFamily="34" charset="0"/>
                          <a:cs typeface="Iskoola Pota" panose="02010503010101010104" pitchFamily="2" charset="0"/>
                        </a:rPr>
                        <a:t> (</a:t>
                      </a:r>
                      <a:r>
                        <a:rPr lang="si-LK" sz="1400">
                          <a:effectLst/>
                          <a:latin typeface="Calibri" panose="020F0502020204030204" pitchFamily="34" charset="0"/>
                          <a:ea typeface="Calibri" panose="020F0502020204030204" pitchFamily="34" charset="0"/>
                          <a:cs typeface="Iskoola Pota" panose="02010503010101010104" pitchFamily="2" charset="0"/>
                        </a:rPr>
                        <a:t>බල මෙවලම් තිබේ නම් විකල්ප සැසිය</a:t>
                      </a:r>
                      <a:r>
                        <a:rPr lang="en-US" sz="1400">
                          <a:effectLst/>
                          <a:latin typeface="Calibri" panose="020F0502020204030204" pitchFamily="34" charset="0"/>
                          <a:ea typeface="Calibri" panose="020F0502020204030204" pitchFamily="34" charset="0"/>
                          <a:cs typeface="Iskoola Pota" panose="02010503010101010104" pitchFamily="2" charset="0"/>
                        </a:rPr>
                        <a:t>)</a:t>
                      </a:r>
                    </a:p>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Iskoola Pota" panose="02010503010101010104" pitchFamily="2"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උපදේශක</a:t>
                      </a:r>
                      <a:r>
                        <a:rPr lang="en-US" sz="1400" dirty="0">
                          <a:effectLst/>
                          <a:latin typeface="Calibri" panose="020F0502020204030204" pitchFamily="34" charset="0"/>
                          <a:ea typeface="Calibri" panose="020F0502020204030204" pitchFamily="34" charset="0"/>
                          <a:cs typeface="Iskoola Pota" panose="02010503010101010104" pitchFamily="2" charset="0"/>
                        </a:rPr>
                        <a:t>: </a:t>
                      </a:r>
                      <a:r>
                        <a:rPr lang="si-LK" sz="1400" dirty="0">
                          <a:effectLst/>
                          <a:latin typeface="Calibri" panose="020F0502020204030204" pitchFamily="34" charset="0"/>
                          <a:ea typeface="Calibri" panose="020F0502020204030204" pitchFamily="34" charset="0"/>
                          <a:cs typeface="Iskoola Pota" panose="02010503010101010104" pitchFamily="2" charset="0"/>
                        </a:rPr>
                        <a:t>සහභාගිවන්නන්ට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කොන්ක්‍රීට්</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කැඩුණු ස්ථාන වලින්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a:t>
                      </a:r>
                      <a:r>
                        <a:rPr lang="si-LK" sz="1400" dirty="0">
                          <a:effectLst/>
                          <a:latin typeface="Calibri" panose="020F0502020204030204" pitchFamily="34" charset="0"/>
                          <a:ea typeface="Calibri" panose="020F0502020204030204" pitchFamily="34" charset="0"/>
                          <a:cs typeface="Iskoola Pota" panose="02010503010101010104" pitchFamily="2" charset="0"/>
                        </a:rPr>
                        <a:t>ැපීමකට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හැකි පර</a:t>
                      </a:r>
                      <a:r>
                        <a:rPr lang="si-LK" sz="1400" dirty="0">
                          <a:effectLst/>
                          <a:latin typeface="Calibri" panose="020F0502020204030204" pitchFamily="34" charset="0"/>
                          <a:ea typeface="Calibri" panose="020F0502020204030204" pitchFamily="34" charset="0"/>
                          <a:cs typeface="Iskoola Pota" panose="02010503010101010104" pitchFamily="2" charset="0"/>
                        </a:rPr>
                        <a:t>ිදි මූලික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බලයෙන්</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ක්‍රියාකරන උපකරණ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භ</a:t>
                      </a:r>
                      <a:r>
                        <a:rPr lang="si-LK" sz="1400" dirty="0">
                          <a:effectLst/>
                          <a:latin typeface="Calibri" panose="020F0502020204030204" pitchFamily="34" charset="0"/>
                          <a:ea typeface="Calibri" panose="020F0502020204030204" pitchFamily="34" charset="0"/>
                          <a:cs typeface="Iskoola Pota" panose="02010503010101010104" pitchFamily="2" charset="0"/>
                        </a:rPr>
                        <a:t>ාවිතා කරන ආකාරය සහ පසුව අපිරිසිදු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බිද හෙලීමක්</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400" dirty="0">
                          <a:effectLst/>
                          <a:latin typeface="Calibri" panose="020F0502020204030204" pitchFamily="34" charset="0"/>
                          <a:ea typeface="Calibri" panose="020F0502020204030204" pitchFamily="34" charset="0"/>
                          <a:cs typeface="Iskoola Pota" panose="02010503010101010104" pitchFamily="2" charset="0"/>
                        </a:rPr>
                        <a:t>සිදු කරන ආකාරය පෙන්වනු ඇත</a:t>
                      </a:r>
                      <a:r>
                        <a:rPr lang="en-US" sz="1400" dirty="0">
                          <a:effectLst/>
                          <a:latin typeface="Calibri" panose="020F0502020204030204" pitchFamily="34" charset="0"/>
                          <a:ea typeface="Calibri" panose="020F0502020204030204" pitchFamily="34" charset="0"/>
                          <a:cs typeface="Iskoola Pota" panose="02010503010101010104" pitchFamily="2" charset="0"/>
                        </a:rPr>
                        <a:t>. </a:t>
                      </a:r>
                      <a:r>
                        <a:rPr lang="si-LK" sz="1400" dirty="0">
                          <a:effectLst/>
                          <a:latin typeface="Calibri" panose="020F0502020204030204" pitchFamily="34" charset="0"/>
                          <a:ea typeface="Calibri" panose="020F0502020204030204" pitchFamily="34" charset="0"/>
                          <a:cs typeface="Iskoola Pota" panose="02010503010101010104" pitchFamily="2" charset="0"/>
                        </a:rPr>
                        <a:t>සියලුම සිසුන්</a:t>
                      </a:r>
                      <a:r>
                        <a:rPr lang="en-US" sz="1400" dirty="0">
                          <a:effectLst/>
                          <a:latin typeface="Calibri" panose="020F0502020204030204" pitchFamily="34" charset="0"/>
                          <a:ea typeface="Calibri" panose="020F0502020204030204" pitchFamily="34" charset="0"/>
                          <a:cs typeface="Iskoola Pota" panose="02010503010101010104" pitchFamily="2" charset="0"/>
                        </a:rPr>
                        <a:t> 4 </a:t>
                      </a:r>
                      <a:r>
                        <a:rPr lang="si-LK" sz="1400" dirty="0">
                          <a:effectLst/>
                          <a:latin typeface="Calibri" panose="020F0502020204030204" pitchFamily="34" charset="0"/>
                          <a:ea typeface="Calibri" panose="020F0502020204030204" pitchFamily="34" charset="0"/>
                          <a:cs typeface="Iskoola Pota" panose="02010503010101010104" pitchFamily="2" charset="0"/>
                        </a:rPr>
                        <a:t>දෙනෙකුගෙන් යුත් කණ්ඩායම් වශයෙන්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ප්‍රායෝගික </a:t>
                      </a:r>
                      <a:r>
                        <a:rPr lang="si-LK" sz="1400" dirty="0">
                          <a:effectLst/>
                          <a:latin typeface="Calibri" panose="020F0502020204030204" pitchFamily="34" charset="0"/>
                          <a:ea typeface="Calibri" panose="020F0502020204030204" pitchFamily="34" charset="0"/>
                          <a:cs typeface="Iskoola Pota" panose="02010503010101010104" pitchFamily="2" charset="0"/>
                        </a:rPr>
                        <a:t>සැසියකට සහභාගී වේ</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400">
                          <a:effectLst/>
                          <a:latin typeface="Calibri" panose="020F0502020204030204" pitchFamily="34" charset="0"/>
                          <a:ea typeface="Calibri" panose="020F0502020204030204" pitchFamily="34" charset="0"/>
                          <a:cs typeface="Iskoola Pota" panose="02010503010101010104" pitchFamily="2" charset="0"/>
                        </a:rPr>
                        <a:t>කොන්ක්රීට් ස්ලැබ්</a:t>
                      </a:r>
                      <a:endParaRPr lang="en-US" sz="140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Iskoola Pota" panose="02010503010101010104" pitchFamily="2" charset="0"/>
                        </a:rPr>
                        <a:t>crubbing blocks </a:t>
                      </a:r>
                      <a:r>
                        <a:rPr lang="si-LK" sz="1400">
                          <a:effectLst/>
                          <a:latin typeface="Calibri" panose="020F0502020204030204" pitchFamily="34" charset="0"/>
                          <a:ea typeface="Calibri" panose="020F0502020204030204" pitchFamily="34" charset="0"/>
                          <a:cs typeface="Iskoola Pota" panose="02010503010101010104" pitchFamily="2" charset="0"/>
                        </a:rPr>
                        <a:t>කිහිපයක්</a:t>
                      </a:r>
                      <a:endParaRPr lang="en-US" sz="140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400">
                          <a:effectLst/>
                          <a:latin typeface="Calibri" panose="020F0502020204030204" pitchFamily="34" charset="0"/>
                          <a:ea typeface="Calibri" panose="020F0502020204030204" pitchFamily="34" charset="0"/>
                          <a:cs typeface="Iskoola Pota" panose="02010503010101010104" pitchFamily="2" charset="0"/>
                        </a:rPr>
                        <a:t>පෙදරේරු බිට්</a:t>
                      </a:r>
                      <a:r>
                        <a:rPr lang="en-US" sz="1400">
                          <a:effectLst/>
                          <a:latin typeface="Calibri" panose="020F0502020204030204" pitchFamily="34" charset="0"/>
                          <a:ea typeface="Calibri" panose="020F0502020204030204" pitchFamily="34" charset="0"/>
                          <a:cs typeface="Iskoola Pota" panose="02010503010101010104" pitchFamily="2" charset="0"/>
                        </a:rPr>
                        <a:t> / </a:t>
                      </a:r>
                      <a:r>
                        <a:rPr lang="si-LK" sz="1400">
                          <a:effectLst/>
                          <a:latin typeface="Calibri" panose="020F0502020204030204" pitchFamily="34" charset="0"/>
                          <a:ea typeface="Calibri" panose="020F0502020204030204" pitchFamily="34" charset="0"/>
                          <a:cs typeface="Iskoola Pota" panose="02010503010101010104" pitchFamily="2" charset="0"/>
                        </a:rPr>
                        <a:t>චිසල් සහිත විදුලි සරඹ</a:t>
                      </a:r>
                      <a:endParaRPr lang="en-US" sz="140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1542">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සහභාගිවන්නා</a:t>
                      </a:r>
                      <a:r>
                        <a:rPr lang="en-US" sz="1400" dirty="0">
                          <a:effectLst/>
                          <a:latin typeface="Calibri" panose="020F0502020204030204" pitchFamily="34" charset="0"/>
                          <a:ea typeface="Calibri" panose="020F0502020204030204" pitchFamily="34" charset="0"/>
                          <a:cs typeface="Iskoola Pota" panose="02010503010101010104" pitchFamily="2" charset="0"/>
                        </a:rPr>
                        <a:t>: </a:t>
                      </a:r>
                      <a:r>
                        <a:rPr lang="si-LK" sz="1400" dirty="0">
                          <a:effectLst/>
                          <a:latin typeface="Calibri" panose="020F0502020204030204" pitchFamily="34" charset="0"/>
                          <a:ea typeface="Calibri" panose="020F0502020204030204" pitchFamily="34" charset="0"/>
                          <a:cs typeface="Iskoola Pota" panose="02010503010101010104" pitchFamily="2" charset="0"/>
                        </a:rPr>
                        <a:t>කණ්ඩායම් තුළ තබා අපිරිසිදු බ්</a:t>
                      </a:r>
                      <a:r>
                        <a:rPr lang="en-US" sz="1400" dirty="0">
                          <a:effectLst/>
                          <a:latin typeface="Calibri" panose="020F0502020204030204" pitchFamily="34" charset="0"/>
                          <a:ea typeface="Calibri" panose="020F0502020204030204" pitchFamily="34" charset="0"/>
                          <a:cs typeface="Iskoola Pota" panose="02010503010101010104" pitchFamily="2" charset="0"/>
                        </a:rPr>
                        <a:t>‍</a:t>
                      </a:r>
                      <a:r>
                        <a:rPr lang="si-LK" sz="1400" dirty="0">
                          <a:effectLst/>
                          <a:latin typeface="Calibri" panose="020F0502020204030204" pitchFamily="34" charset="0"/>
                          <a:ea typeface="Calibri" panose="020F0502020204030204" pitchFamily="34" charset="0"/>
                          <a:cs typeface="Iskoola Pota" panose="02010503010101010104" pitchFamily="2" charset="0"/>
                        </a:rPr>
                        <a:t>රීච් මෙහෙයුමක් සිදු කරනු ඇත</a:t>
                      </a:r>
                      <a:r>
                        <a:rPr lang="en-US" sz="1400" dirty="0">
                          <a:effectLst/>
                          <a:latin typeface="Calibri" panose="020F0502020204030204" pitchFamily="34" charset="0"/>
                          <a:ea typeface="Calibri" panose="020F0502020204030204" pitchFamily="34" charset="0"/>
                          <a:cs typeface="Iskoola Pota" panose="02010503010101010104" pitchFamily="2" charset="0"/>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r>
              <a:tr h="449555">
                <a:tc rowSpan="2">
                  <a:txBody>
                    <a:bodyPr/>
                    <a:lstStyle/>
                    <a:p>
                      <a:pPr marL="0" marR="0">
                        <a:lnSpc>
                          <a:spcPct val="107000"/>
                        </a:lnSpc>
                        <a:spcBef>
                          <a:spcPts val="0"/>
                        </a:spcBef>
                        <a:spcAft>
                          <a:spcPts val="0"/>
                        </a:spcAft>
                      </a:pPr>
                      <a:r>
                        <a:rPr lang="si-LK" sz="1400">
                          <a:effectLst/>
                          <a:latin typeface="Calibri" panose="020F0502020204030204" pitchFamily="34" charset="0"/>
                          <a:ea typeface="Calibri" panose="020F0502020204030204" pitchFamily="34" charset="0"/>
                          <a:cs typeface="Iskoola Pota" panose="02010503010101010104" pitchFamily="2" charset="0"/>
                        </a:rPr>
                        <a:t>විනාඩි</a:t>
                      </a:r>
                      <a:r>
                        <a:rPr lang="en-US" sz="1400">
                          <a:effectLst/>
                          <a:latin typeface="Calibri" panose="020F0502020204030204" pitchFamily="34" charset="0"/>
                          <a:ea typeface="Calibri" panose="020F0502020204030204" pitchFamily="34" charset="0"/>
                          <a:cs typeface="Iskoola Pota" panose="02010503010101010104" pitchFamily="2" charset="0"/>
                        </a:rPr>
                        <a:t> 20 </a:t>
                      </a:r>
                      <a:r>
                        <a:rPr lang="si-LK" sz="1400">
                          <a:effectLst/>
                          <a:latin typeface="Calibri" panose="020F0502020204030204" pitchFamily="34" charset="0"/>
                          <a:ea typeface="Calibri" panose="020F0502020204030204" pitchFamily="34" charset="0"/>
                          <a:cs typeface="Iskoola Pota" panose="02010503010101010104" pitchFamily="2" charset="0"/>
                        </a:rPr>
                        <a:t>යි</a:t>
                      </a:r>
                      <a:endParaRPr lang="en-US" sz="140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400">
                          <a:effectLst/>
                          <a:latin typeface="Calibri" panose="020F0502020204030204" pitchFamily="34" charset="0"/>
                          <a:ea typeface="Calibri" panose="020F0502020204030204" pitchFamily="34" charset="0"/>
                          <a:cs typeface="Iskoola Pota" panose="02010503010101010104" pitchFamily="2" charset="0"/>
                        </a:rPr>
                        <a:t>විදුලිය කැපීම සහ බ්</a:t>
                      </a:r>
                      <a:r>
                        <a:rPr lang="en-US" sz="1400">
                          <a:effectLst/>
                          <a:latin typeface="Calibri" panose="020F0502020204030204" pitchFamily="34" charset="0"/>
                          <a:ea typeface="Calibri" panose="020F0502020204030204" pitchFamily="34" charset="0"/>
                          <a:cs typeface="Iskoola Pota" panose="02010503010101010104" pitchFamily="2" charset="0"/>
                        </a:rPr>
                        <a:t>‍</a:t>
                      </a:r>
                      <a:r>
                        <a:rPr lang="si-LK" sz="1400">
                          <a:effectLst/>
                          <a:latin typeface="Calibri" panose="020F0502020204030204" pitchFamily="34" charset="0"/>
                          <a:ea typeface="Calibri" panose="020F0502020204030204" pitchFamily="34" charset="0"/>
                          <a:cs typeface="Iskoola Pota" panose="02010503010101010104" pitchFamily="2" charset="0"/>
                        </a:rPr>
                        <a:t>රීච් කිරීමේ මෙවලම් භාවිතයෙන් ප්</a:t>
                      </a:r>
                      <a:r>
                        <a:rPr lang="en-US" sz="1400">
                          <a:effectLst/>
                          <a:latin typeface="Calibri" panose="020F0502020204030204" pitchFamily="34" charset="0"/>
                          <a:ea typeface="Calibri" panose="020F0502020204030204" pitchFamily="34" charset="0"/>
                          <a:cs typeface="Iskoola Pota" panose="02010503010101010104" pitchFamily="2" charset="0"/>
                        </a:rPr>
                        <a:t>‍</a:t>
                      </a:r>
                      <a:r>
                        <a:rPr lang="si-LK" sz="1400">
                          <a:effectLst/>
                          <a:latin typeface="Calibri" panose="020F0502020204030204" pitchFamily="34" charset="0"/>
                          <a:ea typeface="Calibri" panose="020F0502020204030204" pitchFamily="34" charset="0"/>
                          <a:cs typeface="Iskoola Pota" panose="02010503010101010104" pitchFamily="2" charset="0"/>
                        </a:rPr>
                        <a:t>රායෝගික නිරූපණය</a:t>
                      </a:r>
                      <a:endParaRPr lang="en-US" sz="140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උපදේශක</a:t>
                      </a:r>
                      <a:r>
                        <a:rPr lang="en-US" sz="1400" dirty="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සහභ</a:t>
                      </a:r>
                      <a:r>
                        <a:rPr lang="si-LK" sz="1400" dirty="0">
                          <a:effectLst/>
                          <a:latin typeface="Calibri" panose="020F0502020204030204" pitchFamily="34" charset="0"/>
                          <a:ea typeface="Calibri" panose="020F0502020204030204" pitchFamily="34" charset="0"/>
                          <a:cs typeface="Iskoola Pota" panose="02010503010101010104" pitchFamily="2" charset="0"/>
                        </a:rPr>
                        <a:t>ාගී</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වන්නන්ට </a:t>
                      </a:r>
                      <a:r>
                        <a:rPr lang="si-LK" sz="1400" dirty="0">
                          <a:effectLst/>
                          <a:latin typeface="Calibri" panose="020F0502020204030204" pitchFamily="34" charset="0"/>
                          <a:ea typeface="Calibri" panose="020F0502020204030204" pitchFamily="34" charset="0"/>
                          <a:cs typeface="Iskoola Pota" panose="02010503010101010104" pitchFamily="2" charset="0"/>
                        </a:rPr>
                        <a:t>මෙවලම්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ක්‍රිය</a:t>
                      </a:r>
                      <a:r>
                        <a:rPr lang="si-LK" sz="1400" dirty="0">
                          <a:effectLst/>
                          <a:latin typeface="Calibri" panose="020F0502020204030204" pitchFamily="34" charset="0"/>
                          <a:ea typeface="Calibri" panose="020F0502020204030204" pitchFamily="34" charset="0"/>
                          <a:cs typeface="Iskoola Pota" panose="02010503010101010104" pitchFamily="2" charset="0"/>
                        </a:rPr>
                        <a:t>ාත්මක කරන උපදේශකයන් සමඟ උසස් බිඳීමේ සහ බ්</a:t>
                      </a:r>
                      <a:r>
                        <a:rPr lang="en-US" sz="1400" dirty="0">
                          <a:effectLst/>
                          <a:latin typeface="Calibri" panose="020F0502020204030204" pitchFamily="34" charset="0"/>
                          <a:ea typeface="Calibri" panose="020F0502020204030204" pitchFamily="34" charset="0"/>
                          <a:cs typeface="Iskoola Pota" panose="02010503010101010104" pitchFamily="2" charset="0"/>
                        </a:rPr>
                        <a:t>‍</a:t>
                      </a:r>
                      <a:r>
                        <a:rPr lang="si-LK" sz="1400" dirty="0">
                          <a:effectLst/>
                          <a:latin typeface="Calibri" panose="020F0502020204030204" pitchFamily="34" charset="0"/>
                          <a:ea typeface="Calibri" panose="020F0502020204030204" pitchFamily="34" charset="0"/>
                          <a:cs typeface="Iskoola Pota" panose="02010503010101010104" pitchFamily="2" charset="0"/>
                        </a:rPr>
                        <a:t>රීච් කිරීමේ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ක්‍රම භ</a:t>
                      </a:r>
                      <a:r>
                        <a:rPr lang="si-LK" sz="1400" dirty="0">
                          <a:effectLst/>
                          <a:latin typeface="Calibri" panose="020F0502020204030204" pitchFamily="34" charset="0"/>
                          <a:ea typeface="Calibri" panose="020F0502020204030204" pitchFamily="34" charset="0"/>
                          <a:cs typeface="Iskoola Pota" panose="02010503010101010104" pitchFamily="2" charset="0"/>
                        </a:rPr>
                        <a:t>ාවිතා කරමින්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ප්‍රාය</a:t>
                      </a:r>
                      <a:r>
                        <a:rPr lang="si-LK" sz="1400" dirty="0">
                          <a:effectLst/>
                          <a:latin typeface="Calibri" panose="020F0502020204030204" pitchFamily="34" charset="0"/>
                          <a:ea typeface="Calibri" panose="020F0502020204030204" pitchFamily="34" charset="0"/>
                          <a:cs typeface="Iskoola Pota" panose="02010503010101010104" pitchFamily="2" charset="0"/>
                        </a:rPr>
                        <a:t>ෝගික නිරූපණයක් පෙන්වනු ලැබේ</a:t>
                      </a:r>
                      <a:r>
                        <a:rPr lang="en-US" sz="1400" dirty="0">
                          <a:effectLst/>
                          <a:latin typeface="Calibri" panose="020F0502020204030204" pitchFamily="34" charset="0"/>
                          <a:ea typeface="Calibri" panose="020F0502020204030204" pitchFamily="34" charset="0"/>
                          <a:cs typeface="Iskoola Pota" panose="02010503010101010104" pitchFamily="2" charset="0"/>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බලයෙන්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ක්‍රියාත්මක වන </a:t>
                      </a:r>
                      <a:r>
                        <a:rPr lang="si-LK" sz="1400" dirty="0">
                          <a:effectLst/>
                          <a:latin typeface="Calibri" panose="020F0502020204030204" pitchFamily="34" charset="0"/>
                          <a:ea typeface="Calibri" panose="020F0502020204030204" pitchFamily="34" charset="0"/>
                          <a:cs typeface="Iskoola Pota" panose="02010503010101010104" pitchFamily="2" charset="0"/>
                        </a:rPr>
                        <a:t>මෙවලම් සහ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විදුලි බලය උත්පාදනය</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යන්ත්‍ර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ඇත</a:t>
                      </a:r>
                      <a:r>
                        <a:rPr lang="si-LK" sz="1400" dirty="0">
                          <a:effectLst/>
                          <a:latin typeface="Calibri" panose="020F0502020204030204" pitchFamily="34" charset="0"/>
                          <a:ea typeface="Calibri" panose="020F0502020204030204" pitchFamily="34" charset="0"/>
                          <a:cs typeface="Iskoola Pota" panose="02010503010101010104" pitchFamily="2" charset="0"/>
                        </a:rPr>
                        <a:t>ුළු සියලුම උපකරණ</a:t>
                      </a:r>
                      <a:r>
                        <a:rPr lang="en-US" sz="1400" dirty="0">
                          <a:effectLst/>
                          <a:latin typeface="Calibri" panose="020F0502020204030204" pitchFamily="34" charset="0"/>
                          <a:ea typeface="Calibri" panose="020F0502020204030204" pitchFamily="34" charset="0"/>
                          <a:cs typeface="Iskoola Pota" panose="02010503010101010104" pitchFamily="2" charset="0"/>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සහභාගිවන්නන්</a:t>
                      </a:r>
                      <a:r>
                        <a:rPr lang="en-US" sz="1400" dirty="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අවශ්‍ය </a:t>
                      </a:r>
                      <a:r>
                        <a:rPr lang="si-LK" sz="1400" dirty="0">
                          <a:effectLst/>
                          <a:latin typeface="Calibri" panose="020F0502020204030204" pitchFamily="34" charset="0"/>
                          <a:ea typeface="Calibri" panose="020F0502020204030204" pitchFamily="34" charset="0"/>
                          <a:cs typeface="Iskoola Pota" panose="02010503010101010104" pitchFamily="2" charset="0"/>
                        </a:rPr>
                        <a:t>පරිදි සවන් දී අන්තර්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ක්‍රිය</a:t>
                      </a:r>
                      <a:r>
                        <a:rPr lang="si-LK" sz="1400" dirty="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සිදු</a:t>
                      </a:r>
                      <a:r>
                        <a:rPr lang="si-LK" sz="14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කරන</a:t>
                      </a:r>
                      <a:r>
                        <a:rPr lang="si-LK" sz="1400" dirty="0">
                          <a:effectLst/>
                          <a:latin typeface="Calibri" panose="020F0502020204030204" pitchFamily="34" charset="0"/>
                          <a:ea typeface="Calibri" panose="020F0502020204030204" pitchFamily="34" charset="0"/>
                          <a:cs typeface="Iskoola Pota" panose="02010503010101010104" pitchFamily="2" charset="0"/>
                        </a:rPr>
                        <a:t>්න</a:t>
                      </a:r>
                      <a:r>
                        <a:rPr lang="en-US" sz="1400" dirty="0">
                          <a:effectLst/>
                          <a:latin typeface="Calibri" panose="020F0502020204030204" pitchFamily="34" charset="0"/>
                          <a:ea typeface="Calibri" panose="020F0502020204030204" pitchFamily="34" charset="0"/>
                          <a:cs typeface="Iskoola Pota" panose="02010503010101010104" pitchFamily="2" charset="0"/>
                        </a:rPr>
                        <a:t>, </a:t>
                      </a:r>
                      <a:r>
                        <a:rPr lang="si-LK" sz="1400" dirty="0">
                          <a:effectLst/>
                          <a:latin typeface="Calibri" panose="020F0502020204030204" pitchFamily="34" charset="0"/>
                          <a:ea typeface="Calibri" panose="020F0502020204030204" pitchFamily="34" charset="0"/>
                          <a:cs typeface="Iskoola Pota" panose="02010503010101010104" pitchFamily="2" charset="0"/>
                        </a:rPr>
                        <a:t>සමීප අධීක්ෂණය යටතේ මෙවලම්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ක්‍රිය</a:t>
                      </a:r>
                      <a:r>
                        <a:rPr lang="si-LK" sz="1400" dirty="0">
                          <a:effectLst/>
                          <a:latin typeface="Calibri" panose="020F0502020204030204" pitchFamily="34" charset="0"/>
                          <a:ea typeface="Calibri" panose="020F0502020204030204" pitchFamily="34" charset="0"/>
                          <a:cs typeface="Iskoola Pota" panose="02010503010101010104" pitchFamily="2" charset="0"/>
                        </a:rPr>
                        <a:t>ාත්මක කිරීමට සහභාගිවන්නන්ට අවස්ථාව ලබා දිය හැකිය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r>
              <a:tr h="531634">
                <a:tc gridSpan="4">
                  <a:txBody>
                    <a:bodyPr/>
                    <a:lstStyle/>
                    <a:p>
                      <a:r>
                        <a:rPr lang="si-LK" sz="1400" dirty="0" smtClean="0"/>
                        <a:t>විනාඩි 120</a:t>
                      </a:r>
                      <a:endParaRPr lang="en-US" sz="1400" dirty="0"/>
                    </a:p>
                  </a:txBody>
                  <a:tcPr>
                    <a:lnL w="12700" cmpd="sng">
                      <a:noFill/>
                      <a:prstDash val="soli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prstDash val="solid"/>
                    </a:lnB>
                  </a:tcPr>
                </a:tc>
                <a:tc hMerge="1">
                  <a:txBody>
                    <a:bodyPr/>
                    <a:lstStyle/>
                    <a:p>
                      <a:endParaRPr lang="en-US" dirty="0"/>
                    </a:p>
                  </a:txBody>
                  <a:tcPr>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tcPr>
                </a:tc>
                <a:tc hMerge="1">
                  <a:txBody>
                    <a:bodyPr/>
                    <a:lstStyle/>
                    <a:p>
                      <a:pPr marL="0" marR="0">
                        <a:lnSpc>
                          <a:spcPct val="107000"/>
                        </a:lnSpc>
                        <a:spcBef>
                          <a:spcPts val="0"/>
                        </a:spcBef>
                        <a:spcAft>
                          <a:spcPts val="0"/>
                        </a:spcAft>
                      </a:pPr>
                      <a:endParaRPr lang="en-US" sz="11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sz="1200" dirty="0">
                        <a:effectLst/>
                        <a:latin typeface="Calibri" panose="020F0502020204030204" pitchFamily="34" charset="0"/>
                        <a:ea typeface="Calibri" panose="020F0502020204030204" pitchFamily="34" charset="0"/>
                        <a:cs typeface="Iskoola Pota" panose="02010503010101010104" pitchFamily="2" charset="0"/>
                      </a:endParaRPr>
                    </a:p>
                  </a:txBody>
                  <a:tcPr marL="42654" marR="426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59841394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174183651"/>
              </p:ext>
            </p:extLst>
          </p:nvPr>
        </p:nvGraphicFramePr>
        <p:xfrm>
          <a:off x="179363" y="0"/>
          <a:ext cx="11394168" cy="6475004"/>
        </p:xfrm>
        <a:graphic>
          <a:graphicData uri="http://schemas.openxmlformats.org/drawingml/2006/table">
            <a:tbl>
              <a:tblPr firstRow="1" firstCol="1" bandRow="1"/>
              <a:tblGrid>
                <a:gridCol w="3722907"/>
                <a:gridCol w="7671261"/>
              </a:tblGrid>
              <a:tr h="225778">
                <a:tc gridSpan="2">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උපදේශක </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සටහන (</a:t>
                      </a:r>
                      <a:r>
                        <a:rPr lang="en-US" sz="1400" dirty="0" smtClean="0">
                          <a:effectLst/>
                          <a:latin typeface="Calibri" panose="020F0502020204030204" pitchFamily="34" charset="0"/>
                          <a:ea typeface="Calibri" panose="020F0502020204030204" pitchFamily="34" charset="0"/>
                          <a:cs typeface="Iskoola Pota" panose="02010503010101010104" pitchFamily="2" charset="0"/>
                        </a:rPr>
                        <a:t>Instructor</a:t>
                      </a:r>
                      <a:r>
                        <a:rPr lang="en-US" sz="1400" baseline="0" dirty="0" smtClean="0">
                          <a:effectLst/>
                          <a:latin typeface="Calibri" panose="020F0502020204030204" pitchFamily="34" charset="0"/>
                          <a:ea typeface="Calibri" panose="020F0502020204030204" pitchFamily="34" charset="0"/>
                          <a:cs typeface="Iskoola Pota" panose="02010503010101010104" pitchFamily="2" charset="0"/>
                        </a:rPr>
                        <a:t> Note)</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r>
              <a:tr h="3554122">
                <a:tc>
                  <a:txBody>
                    <a:bodyPr/>
                    <a:lstStyle/>
                    <a:p>
                      <a:pPr marL="0" marR="0" algn="r">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gn="r">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උපකරණ සහ ආරක්ෂාව පිළිබඳ දළ විශ්ලේෂණය</a:t>
                      </a:r>
                      <a:r>
                        <a:rPr lang="en-US" sz="1600" dirty="0">
                          <a:effectLst/>
                          <a:latin typeface="Calibri" panose="020F0502020204030204" pitchFamily="34" charset="0"/>
                          <a:ea typeface="Calibri" panose="020F0502020204030204" pitchFamily="34" charset="0"/>
                          <a:cs typeface="Iskoola Pota" panose="02010503010101010104" pitchFamily="2" charset="0"/>
                        </a:rPr>
                        <a:t>:</a:t>
                      </a:r>
                    </a:p>
                    <a:p>
                      <a:pPr marL="0" marR="0" algn="r">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gn="r">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gn="r">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gn="r">
                        <a:lnSpc>
                          <a:spcPct val="107000"/>
                        </a:lnSpc>
                        <a:spcBef>
                          <a:spcPts val="0"/>
                        </a:spcBef>
                        <a:spcAft>
                          <a:spcPts val="0"/>
                        </a:spcAft>
                      </a:pP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ප්‍රාය</a:t>
                      </a:r>
                      <a:r>
                        <a:rPr lang="si-LK" sz="1600" dirty="0">
                          <a:effectLst/>
                          <a:latin typeface="Calibri" panose="020F0502020204030204" pitchFamily="34" charset="0"/>
                          <a:ea typeface="Calibri" panose="020F0502020204030204" pitchFamily="34" charset="0"/>
                          <a:cs typeface="Iskoola Pota" panose="02010503010101010104" pitchFamily="2" charset="0"/>
                        </a:rPr>
                        <a:t>ෝගික කැපීම් සහ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බිද හෙලීම්</a:t>
                      </a:r>
                      <a:r>
                        <a:rPr lang="si-LK" sz="16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ක</a:t>
                      </a:r>
                      <a:r>
                        <a:rPr lang="si-LK" sz="1600" dirty="0">
                          <a:effectLst/>
                          <a:latin typeface="Calibri" panose="020F0502020204030204" pitchFamily="34" charset="0"/>
                          <a:ea typeface="Calibri" panose="020F0502020204030204" pitchFamily="34" charset="0"/>
                          <a:cs typeface="Iskoola Pota" panose="02010503010101010104" pitchFamily="2" charset="0"/>
                        </a:rPr>
                        <a:t>ිරීමේ මෙහෙයුම්</a:t>
                      </a:r>
                      <a:r>
                        <a:rPr lang="en-US" sz="1600" dirty="0">
                          <a:effectLst/>
                          <a:latin typeface="Calibri" panose="020F0502020204030204" pitchFamily="34" charset="0"/>
                          <a:ea typeface="Calibri" panose="020F0502020204030204" pitchFamily="34" charset="0"/>
                          <a:cs typeface="Iskoola Pota" panose="02010503010101010104" pitchFamily="2" charset="0"/>
                        </a:rPr>
                        <a:t>:</a:t>
                      </a:r>
                    </a:p>
                    <a:p>
                      <a:pPr marL="0" marR="0" algn="r">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gn="r">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gn="r">
                        <a:lnSpc>
                          <a:spcPct val="107000"/>
                        </a:lnSpc>
                        <a:spcBef>
                          <a:spcPts val="0"/>
                        </a:spcBef>
                        <a:spcAft>
                          <a:spcPts val="0"/>
                        </a:spcAft>
                      </a:pPr>
                      <a:r>
                        <a:rPr lang="en-US" sz="1600" dirty="0">
                          <a:effectLst/>
                          <a:latin typeface="Iskoola Pota" panose="02010503010101010104" pitchFamily="2" charset="0"/>
                          <a:ea typeface="Calibri" panose="020F0502020204030204" pitchFamily="34" charset="0"/>
                          <a:cs typeface="Iskoola Pota" panose="02010503010101010104" pitchFamily="2" charset="0"/>
                        </a:rPr>
                        <a:t> </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අපිරිසිදු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බිදහෙලීම්</a:t>
                      </a:r>
                      <a:r>
                        <a:rPr lang="si-LK" sz="16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ම</a:t>
                      </a:r>
                      <a:r>
                        <a:rPr lang="si-LK" sz="1600" dirty="0">
                          <a:effectLst/>
                          <a:latin typeface="Calibri" panose="020F0502020204030204" pitchFamily="34" charset="0"/>
                          <a:ea typeface="Calibri" panose="020F0502020204030204" pitchFamily="34" charset="0"/>
                          <a:cs typeface="Iskoola Pota" panose="02010503010101010104" pitchFamily="2" charset="0"/>
                        </a:rPr>
                        <a:t>ෙහෙයුම</a:t>
                      </a:r>
                      <a:r>
                        <a:rPr lang="en-US" sz="1600" dirty="0">
                          <a:effectLst/>
                          <a:latin typeface="Calibri" panose="020F0502020204030204" pitchFamily="34" charset="0"/>
                          <a:ea typeface="Calibri" panose="020F0502020204030204" pitchFamily="34" charset="0"/>
                          <a:cs typeface="Iskoola Pota" panose="02010503010101010104" pitchFamily="2" charset="0"/>
                        </a:rPr>
                        <a:t>:</a:t>
                      </a:r>
                    </a:p>
                    <a:p>
                      <a:pPr marL="0" marR="0" algn="r">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gn="r">
                        <a:lnSpc>
                          <a:spcPct val="107000"/>
                        </a:lnSpc>
                        <a:spcBef>
                          <a:spcPts val="0"/>
                        </a:spcBef>
                        <a:spcAft>
                          <a:spcPts val="0"/>
                        </a:spcAft>
                      </a:pPr>
                      <a:r>
                        <a:rPr lang="en-US" sz="1600" dirty="0">
                          <a:effectLst/>
                          <a:latin typeface="Iskoola Pota" panose="02010503010101010104" pitchFamily="2" charset="0"/>
                          <a:ea typeface="Calibri" panose="020F0502020204030204" pitchFamily="34" charset="0"/>
                          <a:cs typeface="Iskoola Pota" panose="02010503010101010104" pitchFamily="2" charset="0"/>
                        </a:rPr>
                        <a:t> </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en-US" sz="1600" dirty="0">
                          <a:effectLst/>
                          <a:latin typeface="Iskoola Pota" panose="02010503010101010104" pitchFamily="2" charset="0"/>
                          <a:ea typeface="Calibri" panose="020F0502020204030204" pitchFamily="34" charset="0"/>
                          <a:cs typeface="Iskoola Pota" panose="02010503010101010104" pitchFamily="2" charset="0"/>
                        </a:rPr>
                        <a:t> </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en-US" sz="1600" dirty="0">
                          <a:effectLst/>
                          <a:latin typeface="Iskoola Pota" panose="02010503010101010104" pitchFamily="2" charset="0"/>
                          <a:ea typeface="Calibri" panose="020F0502020204030204" pitchFamily="34" charset="0"/>
                          <a:cs typeface="Iskoola Pota" panose="02010503010101010104" pitchFamily="2" charset="0"/>
                        </a:rPr>
                        <a:t> </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en-US" sz="1600" dirty="0">
                          <a:effectLst/>
                          <a:latin typeface="Iskoola Pota" panose="02010503010101010104" pitchFamily="2" charset="0"/>
                          <a:ea typeface="Calibri" panose="020F0502020204030204" pitchFamily="34" charset="0"/>
                          <a:cs typeface="Iskoola Pota" panose="02010503010101010104" pitchFamily="2" charset="0"/>
                        </a:rPr>
                        <a:t> </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gn="r">
                        <a:lnSpc>
                          <a:spcPct val="107000"/>
                        </a:lnSpc>
                        <a:spcBef>
                          <a:spcPts val="0"/>
                        </a:spcBef>
                        <a:spcAft>
                          <a:spcPts val="0"/>
                        </a:spcAft>
                      </a:pPr>
                      <a:r>
                        <a:rPr lang="si-LK" sz="1600" dirty="0" smtClean="0">
                          <a:effectLst/>
                          <a:latin typeface="Calibri" panose="020F0502020204030204" pitchFamily="34" charset="0"/>
                          <a:ea typeface="Calibri" panose="020F0502020204030204" pitchFamily="34" charset="0"/>
                          <a:cs typeface="Iskoola Pota" panose="02010503010101010104" pitchFamily="2" charset="0"/>
                        </a:rPr>
                        <a:t>ව</a:t>
                      </a:r>
                      <a:r>
                        <a:rPr lang="si-LK" sz="1600" dirty="0">
                          <a:effectLst/>
                          <a:latin typeface="Calibri" panose="020F0502020204030204" pitchFamily="34" charset="0"/>
                          <a:ea typeface="Calibri" panose="020F0502020204030204" pitchFamily="34" charset="0"/>
                          <a:cs typeface="Iskoola Pota" panose="02010503010101010104" pitchFamily="2" charset="0"/>
                        </a:rPr>
                        <a:t>ිදුලිය කැපීම සහ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බිද හෙළිමේ</a:t>
                      </a:r>
                      <a:r>
                        <a:rPr lang="si-LK" sz="16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ම</a:t>
                      </a:r>
                      <a:r>
                        <a:rPr lang="si-LK" sz="1600" dirty="0">
                          <a:effectLst/>
                          <a:latin typeface="Calibri" panose="020F0502020204030204" pitchFamily="34" charset="0"/>
                          <a:ea typeface="Calibri" panose="020F0502020204030204" pitchFamily="34" charset="0"/>
                          <a:cs typeface="Iskoola Pota" panose="02010503010101010104" pitchFamily="2" charset="0"/>
                        </a:rPr>
                        <a:t>ෙවලම් භාවිතයෙන්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ප්‍රායෝගික</a:t>
                      </a:r>
                      <a:r>
                        <a:rPr lang="si-LK" sz="16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න</a:t>
                      </a:r>
                      <a:r>
                        <a:rPr lang="si-LK" sz="1600" dirty="0">
                          <a:effectLst/>
                          <a:latin typeface="Calibri" panose="020F0502020204030204" pitchFamily="34" charset="0"/>
                          <a:ea typeface="Calibri" panose="020F0502020204030204" pitchFamily="34" charset="0"/>
                          <a:cs typeface="Iskoola Pota" panose="02010503010101010104" pitchFamily="2" charset="0"/>
                        </a:rPr>
                        <a:t>ිරූපණය</a:t>
                      </a:r>
                      <a:r>
                        <a:rPr lang="en-US" sz="1600" dirty="0">
                          <a:effectLst/>
                          <a:latin typeface="Calibri" panose="020F0502020204030204" pitchFamily="34" charset="0"/>
                          <a:ea typeface="Calibri" panose="020F0502020204030204" pitchFamily="34" charset="0"/>
                          <a:cs typeface="Iskoola Pota" panose="02010503010101010104" pitchFamily="2" charset="0"/>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effectLst/>
                          <a:latin typeface="Iskoola Pota" panose="02010503010101010104" pitchFamily="2" charset="0"/>
                          <a:ea typeface="Calibri" panose="020F0502020204030204" pitchFamily="34" charset="0"/>
                          <a:cs typeface="Iskoola Pota" panose="02010503010101010104" pitchFamily="2" charset="0"/>
                        </a:rPr>
                        <a:t> </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600" dirty="0" smtClean="0">
                          <a:effectLst/>
                          <a:latin typeface="Calibri" panose="020F0502020204030204" pitchFamily="34" charset="0"/>
                          <a:ea typeface="Calibri" panose="020F0502020204030204" pitchFamily="34" charset="0"/>
                          <a:cs typeface="Iskoola Pota" panose="02010503010101010104" pitchFamily="2" charset="0"/>
                        </a:rPr>
                        <a:t>ව්‍යුහය මත බිඳහෙලීම්</a:t>
                      </a:r>
                      <a:r>
                        <a:rPr lang="si-LK" sz="16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ම</a:t>
                      </a:r>
                      <a:r>
                        <a:rPr lang="si-LK" sz="1600" dirty="0">
                          <a:effectLst/>
                          <a:latin typeface="Calibri" panose="020F0502020204030204" pitchFamily="34" charset="0"/>
                          <a:ea typeface="Calibri" panose="020F0502020204030204" pitchFamily="34" charset="0"/>
                          <a:cs typeface="Iskoola Pota" panose="02010503010101010104" pitchFamily="2" charset="0"/>
                        </a:rPr>
                        <a:t>ෙහෙයුම් වල බලපෑම</a:t>
                      </a:r>
                      <a:r>
                        <a:rPr lang="en-US" sz="1600" dirty="0">
                          <a:effectLst/>
                          <a:latin typeface="Calibri" panose="020F0502020204030204" pitchFamily="34" charset="0"/>
                          <a:ea typeface="Calibri" panose="020F0502020204030204" pitchFamily="34" charset="0"/>
                          <a:cs typeface="Iskoola Pota" panose="02010503010101010104" pitchFamily="2" charset="0"/>
                        </a:rPr>
                        <a:t> - </a:t>
                      </a:r>
                      <a:r>
                        <a:rPr lang="si-LK" sz="1600" dirty="0">
                          <a:effectLst/>
                          <a:latin typeface="Calibri" panose="020F0502020204030204" pitchFamily="34" charset="0"/>
                          <a:ea typeface="Calibri" panose="020F0502020204030204" pitchFamily="34" charset="0"/>
                          <a:cs typeface="Iskoola Pota" panose="02010503010101010104" pitchFamily="2" charset="0"/>
                        </a:rPr>
                        <a:t>කම්පනය සහ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චලනය</a:t>
                      </a:r>
                      <a:r>
                        <a:rPr lang="en-US" sz="160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වීම</a:t>
                      </a:r>
                      <a:r>
                        <a:rPr lang="en-US" sz="1600" dirty="0" smtClean="0">
                          <a:effectLst/>
                          <a:latin typeface="Calibri" panose="020F0502020204030204" pitchFamily="34" charset="0"/>
                          <a:ea typeface="Calibri" panose="020F0502020204030204" pitchFamily="34" charset="0"/>
                          <a:cs typeface="Iskoola Pota" panose="02010503010101010104" pitchFamily="2" charset="0"/>
                        </a:rPr>
                        <a:t> </a:t>
                      </a:r>
                      <a:r>
                        <a:rPr lang="en-US" sz="1600" dirty="0">
                          <a:effectLst/>
                          <a:latin typeface="Calibri" panose="020F0502020204030204" pitchFamily="34" charset="0"/>
                          <a:ea typeface="Calibri" panose="020F0502020204030204" pitchFamily="34" charset="0"/>
                          <a:cs typeface="Iskoola Pota" panose="02010503010101010104" pitchFamily="2" charset="0"/>
                        </a:rPr>
                        <a:t>-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දෙවන</a:t>
                      </a:r>
                      <a:r>
                        <a:rPr lang="si-LK" sz="1600" baseline="0" dirty="0" smtClean="0">
                          <a:effectLst/>
                          <a:latin typeface="Calibri" panose="020F0502020204030204" pitchFamily="34" charset="0"/>
                          <a:ea typeface="Calibri" panose="020F0502020204030204" pitchFamily="34" charset="0"/>
                          <a:cs typeface="Iskoola Pota" panose="02010503010101010104" pitchFamily="2" charset="0"/>
                        </a:rPr>
                        <a:t> වරට ගොඩනැගිල්ලේ කඩා වැටීම.</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අත් ආයුධ භාවිතය</a:t>
                      </a:r>
                      <a:r>
                        <a:rPr lang="en-US" sz="1600" dirty="0">
                          <a:effectLst/>
                          <a:latin typeface="Calibri" panose="020F0502020204030204" pitchFamily="34" charset="0"/>
                          <a:ea typeface="Calibri" panose="020F0502020204030204" pitchFamily="34" charset="0"/>
                          <a:cs typeface="Iskoola Pota" panose="02010503010101010104" pitchFamily="2" charset="0"/>
                        </a:rPr>
                        <a:t> - </a:t>
                      </a:r>
                      <a:r>
                        <a:rPr lang="si-LK" sz="1600" dirty="0">
                          <a:effectLst/>
                          <a:latin typeface="Calibri" panose="020F0502020204030204" pitchFamily="34" charset="0"/>
                          <a:ea typeface="Calibri" panose="020F0502020204030204" pitchFamily="34" charset="0"/>
                          <a:cs typeface="Iskoola Pota" panose="02010503010101010104" pitchFamily="2" charset="0"/>
                        </a:rPr>
                        <a:t>බලශක්ති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මගින් ක්‍රියාකරන ම</a:t>
                      </a:r>
                      <a:r>
                        <a:rPr lang="si-LK" sz="1600" dirty="0">
                          <a:effectLst/>
                          <a:latin typeface="Calibri" panose="020F0502020204030204" pitchFamily="34" charset="0"/>
                          <a:ea typeface="Calibri" panose="020F0502020204030204" pitchFamily="34" charset="0"/>
                          <a:cs typeface="Iskoola Pota" panose="02010503010101010104" pitchFamily="2" charset="0"/>
                        </a:rPr>
                        <a:t>ෙවලම් භාවිතය</a:t>
                      </a:r>
                      <a:r>
                        <a:rPr lang="en-US" sz="1600" dirty="0">
                          <a:effectLst/>
                          <a:latin typeface="Calibri" panose="020F0502020204030204" pitchFamily="34" charset="0"/>
                          <a:ea typeface="Calibri" panose="020F0502020204030204" pitchFamily="34" charset="0"/>
                          <a:cs typeface="Iskoola Pota" panose="02010503010101010104" pitchFamily="2" charset="0"/>
                        </a:rPr>
                        <a:t> - </a:t>
                      </a:r>
                      <a:r>
                        <a:rPr lang="si-LK" sz="1600" dirty="0">
                          <a:effectLst/>
                          <a:latin typeface="Calibri" panose="020F0502020204030204" pitchFamily="34" charset="0"/>
                          <a:ea typeface="Calibri" panose="020F0502020204030204" pitchFamily="34" charset="0"/>
                          <a:cs typeface="Iskoola Pota" panose="02010503010101010104" pitchFamily="2" charset="0"/>
                        </a:rPr>
                        <a:t>අනතුරු සහ අවදා</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නම</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කණ්ඩායම්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ක්‍රියාවන් </a:t>
                      </a:r>
                      <a:r>
                        <a:rPr lang="en-US" sz="160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600" dirty="0">
                          <a:effectLst/>
                          <a:latin typeface="Calibri" panose="020F0502020204030204" pitchFamily="34" charset="0"/>
                          <a:ea typeface="Calibri" panose="020F0502020204030204" pitchFamily="34" charset="0"/>
                          <a:cs typeface="Iskoola Pota" panose="02010503010101010104" pitchFamily="2" charset="0"/>
                        </a:rPr>
                        <a:t>ඵලදායී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ආකාරයට</a:t>
                      </a:r>
                      <a:r>
                        <a:rPr lang="si-LK" sz="1600" baseline="0" dirty="0" smtClean="0">
                          <a:effectLst/>
                          <a:latin typeface="Calibri" panose="020F0502020204030204" pitchFamily="34" charset="0"/>
                          <a:ea typeface="Calibri" panose="020F0502020204030204" pitchFamily="34" charset="0"/>
                          <a:cs typeface="Iskoola Pota" panose="02010503010101010104" pitchFamily="2" charset="0"/>
                        </a:rPr>
                        <a:t> කාර්යය මාරුව.</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කොන්ක්‍රීට්</a:t>
                      </a:r>
                      <a:r>
                        <a:rPr lang="si-LK" sz="1600" baseline="0" dirty="0" smtClean="0">
                          <a:effectLst/>
                          <a:latin typeface="Calibri" panose="020F0502020204030204" pitchFamily="34" charset="0"/>
                          <a:ea typeface="Calibri" panose="020F0502020204030204" pitchFamily="34" charset="0"/>
                          <a:cs typeface="Iskoola Pota" panose="02010503010101010104" pitchFamily="2" charset="0"/>
                        </a:rPr>
                        <a:t> කොටස් මූලික ගුණාංග සහ සම්පීඩනය වු ශක්තිය.</a:t>
                      </a:r>
                      <a:endParaRPr lang="en-US" sz="1600" dirty="0" smtClean="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600" dirty="0" smtClean="0">
                          <a:effectLst/>
                          <a:latin typeface="Calibri" panose="020F0502020204030204" pitchFamily="34" charset="0"/>
                          <a:ea typeface="Calibri" panose="020F0502020204030204" pitchFamily="34" charset="0"/>
                          <a:cs typeface="Iskoola Pota" panose="02010503010101010104" pitchFamily="2" charset="0"/>
                        </a:rPr>
                        <a:t>ශක්තිමත</a:t>
                      </a:r>
                      <a:r>
                        <a:rPr lang="si-LK" sz="1600" dirty="0">
                          <a:effectLst/>
                          <a:latin typeface="Calibri" panose="020F0502020204030204" pitchFamily="34" charset="0"/>
                          <a:ea typeface="Calibri" panose="020F0502020204030204" pitchFamily="34" charset="0"/>
                          <a:cs typeface="Iskoola Pota" panose="02010503010101010104" pitchFamily="2" charset="0"/>
                        </a:rPr>
                        <a:t>් කිරීමේ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ක්‍රම</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බිද හෙළිම්</a:t>
                      </a:r>
                      <a:r>
                        <a:rPr lang="si-LK" sz="16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සහ </a:t>
                      </a:r>
                      <a:r>
                        <a:rPr lang="si-LK" sz="1600" dirty="0">
                          <a:effectLst/>
                          <a:latin typeface="Calibri" panose="020F0502020204030204" pitchFamily="34" charset="0"/>
                          <a:ea typeface="Calibri" panose="020F0502020204030204" pitchFamily="34" charset="0"/>
                          <a:cs typeface="Iskoola Pota" panose="02010503010101010104" pitchFamily="2" charset="0"/>
                        </a:rPr>
                        <a:t>කපා දැමිය යුතු තැන</a:t>
                      </a:r>
                      <a:r>
                        <a:rPr lang="en-US" sz="1600" dirty="0">
                          <a:effectLst/>
                          <a:latin typeface="Calibri" panose="020F0502020204030204" pitchFamily="34" charset="0"/>
                          <a:ea typeface="Calibri" panose="020F0502020204030204" pitchFamily="34" charset="0"/>
                          <a:cs typeface="Iskoola Pota" panose="02010503010101010104" pitchFamily="2" charset="0"/>
                        </a:rPr>
                        <a:t> - </a:t>
                      </a:r>
                      <a:r>
                        <a:rPr lang="si-LK" sz="1600" dirty="0">
                          <a:effectLst/>
                          <a:latin typeface="Calibri" panose="020F0502020204030204" pitchFamily="34" charset="0"/>
                          <a:ea typeface="Calibri" panose="020F0502020204030204" pitchFamily="34" charset="0"/>
                          <a:cs typeface="Iskoola Pota" panose="02010503010101010104" pitchFamily="2" charset="0"/>
                        </a:rPr>
                        <a:t>නොකළ යුතු තැන</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බිදහෙලීම්</a:t>
                      </a:r>
                      <a:r>
                        <a:rPr lang="si-LK" sz="16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ම</a:t>
                      </a:r>
                      <a:r>
                        <a:rPr lang="si-LK" sz="1600" dirty="0">
                          <a:effectLst/>
                          <a:latin typeface="Calibri" panose="020F0502020204030204" pitchFamily="34" charset="0"/>
                          <a:ea typeface="Calibri" panose="020F0502020204030204" pitchFamily="34" charset="0"/>
                          <a:cs typeface="Iskoola Pota" panose="02010503010101010104" pitchFamily="2" charset="0"/>
                        </a:rPr>
                        <a:t>ෙහෙයුම් සිදු කිර</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ීමේදි</a:t>
                      </a:r>
                      <a:r>
                        <a:rPr lang="si-LK" sz="16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en-US" sz="1600" dirty="0" smtClean="0">
                          <a:effectLst/>
                          <a:latin typeface="Calibri" panose="020F0502020204030204" pitchFamily="34" charset="0"/>
                          <a:ea typeface="Calibri" panose="020F0502020204030204" pitchFamily="34" charset="0"/>
                          <a:cs typeface="Iskoola Pota" panose="02010503010101010104" pitchFamily="2" charset="0"/>
                        </a:rPr>
                        <a:t> </a:t>
                      </a:r>
                      <a:r>
                        <a:rPr lang="en-US" sz="1600" dirty="0">
                          <a:effectLst/>
                          <a:latin typeface="Calibri" panose="020F0502020204030204" pitchFamily="34" charset="0"/>
                          <a:ea typeface="Calibri" panose="020F0502020204030204" pitchFamily="34" charset="0"/>
                          <a:cs typeface="Iskoola Pota" panose="02010503010101010104" pitchFamily="2" charset="0"/>
                        </a:rPr>
                        <a:t>- </a:t>
                      </a:r>
                      <a:r>
                        <a:rPr lang="si-LK" sz="1600" dirty="0">
                          <a:effectLst/>
                          <a:latin typeface="Calibri" panose="020F0502020204030204" pitchFamily="34" charset="0"/>
                          <a:ea typeface="Calibri" panose="020F0502020204030204" pitchFamily="34" charset="0"/>
                          <a:cs typeface="Iskoola Pota" panose="02010503010101010104" pitchFamily="2" charset="0"/>
                        </a:rPr>
                        <a:t>කාලෝචිත හා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ශ්‍රම අවශ්‍යතාවය</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කොන</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්ක්‍රීට් හ</a:t>
                      </a:r>
                      <a:r>
                        <a:rPr lang="si-LK" sz="1600" dirty="0">
                          <a:effectLst/>
                          <a:latin typeface="Calibri" panose="020F0502020204030204" pitchFamily="34" charset="0"/>
                          <a:ea typeface="Calibri" panose="020F0502020204030204" pitchFamily="34" charset="0"/>
                          <a:cs typeface="Iskoola Pota" panose="02010503010101010104" pitchFamily="2" charset="0"/>
                        </a:rPr>
                        <a:t>ෝ සුන්බුන් හෝ අවම වශයෙන් එහි සිහින්ම ස්ථානයේ දුර්වලතා සොයා බලන්න</a:t>
                      </a:r>
                      <a:r>
                        <a:rPr lang="en-US" sz="1600" dirty="0">
                          <a:effectLst/>
                          <a:latin typeface="Calibri" panose="020F0502020204030204" pitchFamily="34" charset="0"/>
                          <a:ea typeface="Calibri" panose="020F0502020204030204" pitchFamily="34" charset="0"/>
                          <a:cs typeface="Iskoola Pota" panose="02010503010101010104" pitchFamily="2" charset="0"/>
                        </a:rPr>
                        <a:t>. </a:t>
                      </a:r>
                      <a:r>
                        <a:rPr lang="si-LK" sz="1600" dirty="0">
                          <a:effectLst/>
                          <a:latin typeface="Calibri" panose="020F0502020204030204" pitchFamily="34" charset="0"/>
                          <a:ea typeface="Calibri" panose="020F0502020204030204" pitchFamily="34" charset="0"/>
                          <a:cs typeface="Iskoola Pota" panose="02010503010101010104" pitchFamily="2" charset="0"/>
                        </a:rPr>
                        <a:t>බිඳ දැමීමේ සහ කැපීමේ මෙහෙයුම් වලදී මෙම දුර්වලතා උපයෝගී කර ගන්න</a:t>
                      </a:r>
                      <a:r>
                        <a:rPr lang="en-US" sz="1600" dirty="0">
                          <a:effectLst/>
                          <a:latin typeface="Calibri" panose="020F0502020204030204" pitchFamily="34" charset="0"/>
                          <a:ea typeface="Calibri" panose="020F0502020204030204" pitchFamily="34" charset="0"/>
                          <a:cs typeface="Iskoola Pota" panose="02010503010101010104" pitchFamily="2" charset="0"/>
                        </a:rPr>
                        <a:t>.</a:t>
                      </a:r>
                    </a:p>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තාක්ෂණික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ක්‍රම ත්‍රික</a:t>
                      </a:r>
                      <a:r>
                        <a:rPr lang="si-LK" sz="1600" dirty="0">
                          <a:effectLst/>
                          <a:latin typeface="Calibri" panose="020F0502020204030204" pitchFamily="34" charset="0"/>
                          <a:ea typeface="Calibri" panose="020F0502020204030204" pitchFamily="34" charset="0"/>
                          <a:cs typeface="Iskoola Pota" panose="02010503010101010104" pitchFamily="2" charset="0"/>
                        </a:rPr>
                        <a:t>ෝණාකාර කුහරය</a:t>
                      </a:r>
                      <a:r>
                        <a:rPr lang="en-US" sz="1600" dirty="0">
                          <a:effectLst/>
                          <a:latin typeface="Calibri" panose="020F0502020204030204" pitchFamily="34" charset="0"/>
                          <a:ea typeface="Calibri" panose="020F0502020204030204" pitchFamily="34" charset="0"/>
                          <a:cs typeface="Iskoola Pota" panose="02010503010101010104" pitchFamily="2" charset="0"/>
                        </a:rPr>
                        <a:t> - </a:t>
                      </a:r>
                      <a:r>
                        <a:rPr lang="si-LK" sz="1600" dirty="0">
                          <a:effectLst/>
                          <a:latin typeface="Calibri" panose="020F0502020204030204" pitchFamily="34" charset="0"/>
                          <a:ea typeface="Calibri" panose="020F0502020204030204" pitchFamily="34" charset="0"/>
                          <a:cs typeface="Iskoola Pota" panose="02010503010101010104" pitchFamily="2" charset="0"/>
                        </a:rPr>
                        <a:t>සලකුණු කිරීම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සහ</a:t>
                      </a:r>
                      <a:r>
                        <a:rPr lang="si-LK" sz="1600" baseline="0" dirty="0" smtClean="0">
                          <a:effectLst/>
                          <a:latin typeface="Calibri" panose="020F0502020204030204" pitchFamily="34" charset="0"/>
                          <a:ea typeface="Calibri" panose="020F0502020204030204" pitchFamily="34" charset="0"/>
                          <a:cs typeface="Iskoola Pota" panose="02010503010101010104" pitchFamily="2" charset="0"/>
                        </a:rPr>
                        <a:t> ප්‍රමා</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ණය</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අපිරිසිදු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බිද</a:t>
                      </a:r>
                      <a:r>
                        <a:rPr lang="si-LK" sz="1600" baseline="0" dirty="0" smtClean="0">
                          <a:effectLst/>
                          <a:latin typeface="Calibri" panose="020F0502020204030204" pitchFamily="34" charset="0"/>
                          <a:ea typeface="Calibri" panose="020F0502020204030204" pitchFamily="34" charset="0"/>
                          <a:cs typeface="Iskoola Pota" panose="02010503010101010104" pitchFamily="2" charset="0"/>
                        </a:rPr>
                        <a:t> හෙළිමක්</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 හ</a:t>
                      </a:r>
                      <a:r>
                        <a:rPr lang="si-LK" sz="1600" dirty="0">
                          <a:effectLst/>
                          <a:latin typeface="Calibri" panose="020F0502020204030204" pitchFamily="34" charset="0"/>
                          <a:ea typeface="Calibri" panose="020F0502020204030204" pitchFamily="34" charset="0"/>
                          <a:cs typeface="Iskoola Pota" panose="02010503010101010104" pitchFamily="2" charset="0"/>
                        </a:rPr>
                        <a:t>ා සම්බන්ධ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උපද්‍රව</a:t>
                      </a:r>
                      <a:r>
                        <a:rPr lang="en-US" sz="160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600" dirty="0">
                          <a:effectLst/>
                          <a:latin typeface="Calibri" panose="020F0502020204030204" pitchFamily="34" charset="0"/>
                          <a:ea typeface="Calibri" panose="020F0502020204030204" pitchFamily="34" charset="0"/>
                          <a:cs typeface="Iskoola Pota" panose="02010503010101010104" pitchFamily="2" charset="0"/>
                        </a:rPr>
                        <a:t>සුන්බුන් ඔවුන් මතට නොවැටෙන ලෙස අනතුරට ලක් වූ ස්ථානය තීරණය කරන්න</a:t>
                      </a:r>
                      <a:r>
                        <a:rPr lang="en-US" sz="1600" dirty="0">
                          <a:effectLst/>
                          <a:latin typeface="Calibri" panose="020F0502020204030204" pitchFamily="34" charset="0"/>
                          <a:ea typeface="Calibri" panose="020F0502020204030204" pitchFamily="34" charset="0"/>
                          <a:cs typeface="Iskoola Pota" panose="02010503010101010104" pitchFamily="2" charset="0"/>
                        </a:rPr>
                        <a:t>.</a:t>
                      </a: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උපදේශකයින් විසින්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බ</a:t>
                      </a:r>
                      <a:r>
                        <a:rPr lang="si-LK" sz="1600" dirty="0">
                          <a:effectLst/>
                          <a:latin typeface="Calibri" panose="020F0502020204030204" pitchFamily="34" charset="0"/>
                          <a:ea typeface="Calibri" panose="020F0502020204030204" pitchFamily="34" charset="0"/>
                          <a:cs typeface="Iskoola Pota" panose="02010503010101010104" pitchFamily="2" charset="0"/>
                        </a:rPr>
                        <a:t>්රේකර් සහ</a:t>
                      </a:r>
                      <a:r>
                        <a:rPr lang="en-US" sz="1600" dirty="0">
                          <a:effectLst/>
                          <a:latin typeface="Calibri" panose="020F0502020204030204" pitchFamily="34" charset="0"/>
                          <a:ea typeface="Calibri" panose="020F0502020204030204" pitchFamily="34" charset="0"/>
                          <a:cs typeface="Iskoola Pota" panose="02010503010101010104" pitchFamily="2" charset="0"/>
                        </a:rPr>
                        <a:t>/</a:t>
                      </a:r>
                      <a:r>
                        <a:rPr lang="si-LK" sz="1600" dirty="0">
                          <a:effectLst/>
                          <a:latin typeface="Calibri" panose="020F0502020204030204" pitchFamily="34" charset="0"/>
                          <a:ea typeface="Calibri" panose="020F0502020204030204" pitchFamily="34" charset="0"/>
                          <a:cs typeface="Iskoola Pota" panose="02010503010101010104" pitchFamily="2" charset="0"/>
                        </a:rPr>
                        <a:t>හෝ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කොන්ක්‍රීට්</a:t>
                      </a:r>
                      <a:r>
                        <a:rPr lang="si-LK" sz="1600" baseline="0" dirty="0" smtClean="0">
                          <a:effectLst/>
                          <a:latin typeface="Calibri" panose="020F0502020204030204" pitchFamily="34" charset="0"/>
                          <a:ea typeface="Calibri" panose="020F0502020204030204" pitchFamily="34" charset="0"/>
                          <a:cs typeface="Iskoola Pota" panose="02010503010101010104" pitchFamily="2" charset="0"/>
                        </a:rPr>
                        <a:t>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ක</a:t>
                      </a:r>
                      <a:r>
                        <a:rPr lang="si-LK" sz="1600" dirty="0">
                          <a:effectLst/>
                          <a:latin typeface="Calibri" panose="020F0502020204030204" pitchFamily="34" charset="0"/>
                          <a:ea typeface="Calibri" panose="020F0502020204030204" pitchFamily="34" charset="0"/>
                          <a:cs typeface="Iskoola Pota" panose="02010503010101010104" pitchFamily="2" charset="0"/>
                        </a:rPr>
                        <a:t>ියත් විකල්ප ලෙස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ප්‍රදර්ශනය ක</a:t>
                      </a:r>
                      <a:r>
                        <a:rPr lang="si-LK" sz="1600" dirty="0">
                          <a:effectLst/>
                          <a:latin typeface="Calibri" panose="020F0502020204030204" pitchFamily="34" charset="0"/>
                          <a:ea typeface="Calibri" panose="020F0502020204030204" pitchFamily="34" charset="0"/>
                          <a:cs typeface="Iskoola Pota" panose="02010503010101010104" pitchFamily="2" charset="0"/>
                        </a:rPr>
                        <a:t>ිරීම</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බර</a:t>
                      </a:r>
                      <a:r>
                        <a:rPr lang="en-US" sz="1600" dirty="0">
                          <a:effectLst/>
                          <a:latin typeface="Calibri" panose="020F0502020204030204" pitchFamily="34" charset="0"/>
                          <a:ea typeface="Calibri" panose="020F0502020204030204" pitchFamily="34" charset="0"/>
                          <a:cs typeface="Iskoola Pota" panose="02010503010101010104" pitchFamily="2" charset="0"/>
                        </a:rPr>
                        <a:t> USAR </a:t>
                      </a:r>
                      <a:r>
                        <a:rPr lang="si-LK" sz="1600" dirty="0">
                          <a:effectLst/>
                          <a:latin typeface="Calibri" panose="020F0502020204030204" pitchFamily="34" charset="0"/>
                          <a:ea typeface="Calibri" panose="020F0502020204030204" pitchFamily="34" charset="0"/>
                          <a:cs typeface="Iskoola Pota" panose="02010503010101010104" pitchFamily="2" charset="0"/>
                        </a:rPr>
                        <a:t>කණ්ඩායම් සඳහා ලබා ගත හැකි උපකරණ පිළිබඳ උදාහරණය</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සටහන</a:t>
                      </a:r>
                      <a:r>
                        <a:rPr lang="en-US" sz="1600" dirty="0">
                          <a:effectLst/>
                          <a:latin typeface="Calibri" panose="020F0502020204030204" pitchFamily="34" charset="0"/>
                          <a:ea typeface="Calibri" panose="020F0502020204030204" pitchFamily="34" charset="0"/>
                          <a:cs typeface="Iskoola Pota" panose="02010503010101010104" pitchFamily="2" charset="0"/>
                        </a:rPr>
                        <a:t>:</a:t>
                      </a:r>
                    </a:p>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අධීක්ෂණය යටතේ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සහභාගීවන්නන්ට </a:t>
                      </a:r>
                      <a:r>
                        <a:rPr lang="si-LK" sz="1600" dirty="0">
                          <a:effectLst/>
                          <a:latin typeface="Calibri" panose="020F0502020204030204" pitchFamily="34" charset="0"/>
                          <a:ea typeface="Calibri" panose="020F0502020204030204" pitchFamily="34" charset="0"/>
                          <a:cs typeface="Iskoola Pota" panose="02010503010101010104" pitchFamily="2" charset="0"/>
                        </a:rPr>
                        <a:t>මෙවලම් භාවිතා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කිරිම සිදුකරන්න ඔහ</a:t>
                      </a:r>
                      <a:r>
                        <a:rPr lang="si-LK" sz="1600" dirty="0">
                          <a:effectLst/>
                          <a:latin typeface="Calibri" panose="020F0502020204030204" pitchFamily="34" charset="0"/>
                          <a:ea typeface="Calibri" panose="020F0502020204030204" pitchFamily="34" charset="0"/>
                          <a:cs typeface="Iskoola Pota" panose="02010503010101010104" pitchFamily="2" charset="0"/>
                        </a:rPr>
                        <a:t>ුට</a:t>
                      </a:r>
                      <a:r>
                        <a:rPr lang="en-US" sz="1600" dirty="0">
                          <a:effectLst/>
                          <a:latin typeface="Calibri" panose="020F0502020204030204" pitchFamily="34" charset="0"/>
                          <a:ea typeface="Calibri" panose="020F0502020204030204" pitchFamily="34" charset="0"/>
                          <a:cs typeface="Iskoola Pota" panose="02010503010101010104" pitchFamily="2" charset="0"/>
                        </a:rPr>
                        <a:t>/</a:t>
                      </a:r>
                      <a:r>
                        <a:rPr lang="si-LK" sz="1600" dirty="0">
                          <a:effectLst/>
                          <a:latin typeface="Calibri" panose="020F0502020204030204" pitchFamily="34" charset="0"/>
                          <a:ea typeface="Calibri" panose="020F0502020204030204" pitchFamily="34" charset="0"/>
                          <a:cs typeface="Iskoola Pota" panose="02010503010101010104" pitchFamily="2" charset="0"/>
                        </a:rPr>
                        <a:t>ඇයට උසස් බිඳීමේ සහ කැඩීමේ මෙවලම් භාවිතා කිරීමේ නිපුණතාවය ලබා නොදේ</a:t>
                      </a:r>
                      <a:r>
                        <a:rPr lang="en-US" sz="1600" dirty="0">
                          <a:effectLst/>
                          <a:latin typeface="Calibri" panose="020F0502020204030204" pitchFamily="34" charset="0"/>
                          <a:ea typeface="Calibri" panose="020F0502020204030204" pitchFamily="34" charset="0"/>
                          <a:cs typeface="Iskoola Pota" panose="02010503010101010104" pitchFamily="2" charset="0"/>
                        </a:rPr>
                        <a:t>. </a:t>
                      </a:r>
                      <a:r>
                        <a:rPr lang="si-LK" sz="1600" dirty="0">
                          <a:effectLst/>
                          <a:latin typeface="Calibri" panose="020F0502020204030204" pitchFamily="34" charset="0"/>
                          <a:ea typeface="Calibri" panose="020F0502020204030204" pitchFamily="34" charset="0"/>
                          <a:cs typeface="Iskoola Pota" panose="02010503010101010104" pitchFamily="2" charset="0"/>
                        </a:rPr>
                        <a:t>මෙම අත්දැකීම දැනුවත් කිරීම අරමුණු </a:t>
                      </a:r>
                      <a:r>
                        <a:rPr lang="si-LK" sz="1600" dirty="0" smtClean="0">
                          <a:effectLst/>
                          <a:latin typeface="Calibri" panose="020F0502020204030204" pitchFamily="34" charset="0"/>
                          <a:ea typeface="Calibri" panose="020F0502020204030204" pitchFamily="34" charset="0"/>
                          <a:cs typeface="Iskoola Pota" panose="02010503010101010104" pitchFamily="2" charset="0"/>
                        </a:rPr>
                        <a:t>පමණක් කරනු ඇත.</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35224630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Overlay-2ColumnText.png"/>
          <p:cNvPicPr/>
          <p:nvPr/>
        </p:nvPicPr>
        <p:blipFill>
          <a:blip r:embed="rId2"/>
          <a:stretch>
            <a:fillRect/>
          </a:stretch>
        </p:blipFill>
        <p:spPr>
          <a:xfrm>
            <a:off x="308473" y="879087"/>
            <a:ext cx="3340100" cy="5688981"/>
          </a:xfrm>
          <a:prstGeom prst="round2DiagRect">
            <a:avLst/>
          </a:prstGeom>
          <a:gradFill flip="none" rotWithShape="1">
            <a:gsLst>
              <a:gs pos="0">
                <a:srgbClr val="38ABED"/>
              </a:gs>
              <a:gs pos="100000">
                <a:srgbClr val="1B3861"/>
              </a:gs>
            </a:gsLst>
            <a:lin ang="5400000" scaled="0"/>
            <a:tileRect/>
          </a:gradFill>
        </p:spPr>
      </p:pic>
      <p:pic>
        <p:nvPicPr>
          <p:cNvPr id="10" name="Picture 9"/>
          <p:cNvPicPr>
            <a:picLocks noChangeAspect="1"/>
          </p:cNvPicPr>
          <p:nvPr/>
        </p:nvPicPr>
        <p:blipFill rotWithShape="1">
          <a:blip r:embed="rId3"/>
          <a:srcRect l="28796" t="18296" r="53241" b="76370"/>
          <a:stretch/>
        </p:blipFill>
        <p:spPr>
          <a:xfrm>
            <a:off x="390071" y="136525"/>
            <a:ext cx="2463800" cy="457200"/>
          </a:xfrm>
          <a:prstGeom prst="rect">
            <a:avLst/>
          </a:prstGeom>
        </p:spPr>
      </p:pic>
      <p:sp>
        <p:nvSpPr>
          <p:cNvPr id="4" name="Title 3"/>
          <p:cNvSpPr txBox="1">
            <a:spLocks noGrp="1"/>
          </p:cNvSpPr>
          <p:nvPr>
            <p:ph type="title"/>
          </p:nvPr>
        </p:nvSpPr>
        <p:spPr>
          <a:xfrm>
            <a:off x="490653" y="1198204"/>
            <a:ext cx="4371278" cy="978729"/>
          </a:xfrm>
          <a:prstGeom prst="rect">
            <a:avLst/>
          </a:prstGeom>
          <a:noFill/>
        </p:spPr>
        <p:txBody>
          <a:bodyPr wrap="square" rtlCol="0">
            <a:spAutoFit/>
          </a:bodyPr>
          <a:lstStyle/>
          <a:p>
            <a:r>
              <a:rPr lang="si-LK" sz="3200" b="1" dirty="0" smtClean="0">
                <a:solidFill>
                  <a:prstClr val="black"/>
                </a:solidFill>
                <a:latin typeface="Calibri Light" panose="020F0302020204030204"/>
              </a:rPr>
              <a:t>පළමුව </a:t>
            </a:r>
            <a:br>
              <a:rPr lang="si-LK" sz="3200" b="1" dirty="0" smtClean="0">
                <a:solidFill>
                  <a:prstClr val="black"/>
                </a:solidFill>
                <a:latin typeface="Calibri Light" panose="020F0302020204030204"/>
              </a:rPr>
            </a:br>
            <a:r>
              <a:rPr lang="si-LK" sz="3200" b="1" dirty="0" smtClean="0">
                <a:solidFill>
                  <a:prstClr val="black"/>
                </a:solidFill>
                <a:latin typeface="Calibri Light" panose="020F0302020204030204"/>
              </a:rPr>
              <a:t>ප්‍රතිචාර දක්වන්නා</a:t>
            </a:r>
            <a:endParaRPr lang="en-US" sz="3200" b="1" dirty="0"/>
          </a:p>
        </p:txBody>
      </p:sp>
      <p:sp>
        <p:nvSpPr>
          <p:cNvPr id="3" name="Content Placeholder 2"/>
          <p:cNvSpPr>
            <a:spLocks noGrp="1"/>
          </p:cNvSpPr>
          <p:nvPr>
            <p:ph idx="1"/>
          </p:nvPr>
        </p:nvSpPr>
        <p:spPr>
          <a:xfrm>
            <a:off x="308473" y="2467781"/>
            <a:ext cx="11001784" cy="4694918"/>
          </a:xfrm>
          <a:noFill/>
          <a:ln>
            <a:noFill/>
          </a:ln>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si-LK" sz="2400" dirty="0" smtClean="0"/>
              <a:t>ඉද</a:t>
            </a:r>
            <a:r>
              <a:rPr lang="si-LK" sz="2400" dirty="0"/>
              <a:t>ිරිපත් කිරිමේ මාතෘකා</a:t>
            </a:r>
            <a:r>
              <a:rPr lang="si-LK" sz="2400" dirty="0" smtClean="0"/>
              <a:t>ව	:- කැපීම සහ බිඳීමේ මෙහෙයුම්</a:t>
            </a:r>
            <a:r>
              <a:rPr lang="en-US" sz="2400" dirty="0"/>
              <a:t/>
            </a:r>
            <a:br>
              <a:rPr lang="en-US" sz="2400" dirty="0"/>
            </a:br>
            <a:r>
              <a:rPr lang="si-LK" sz="2400" dirty="0" smtClean="0"/>
              <a:t>	ම</a:t>
            </a:r>
            <a:r>
              <a:rPr lang="si-LK" sz="2400" dirty="0"/>
              <a:t>ොඩියුලර</a:t>
            </a:r>
            <a:r>
              <a:rPr lang="si-LK" sz="2400" dirty="0" smtClean="0"/>
              <a:t>්		: 5.4</a:t>
            </a:r>
          </a:p>
          <a:p>
            <a:pPr marL="0" indent="0">
              <a:buNone/>
            </a:pPr>
            <a:r>
              <a:rPr lang="si-LK" sz="2400" dirty="0" smtClean="0"/>
              <a:t>ඉදිරිපත් කරන්නන්/ උපදේශක	:- ඉදිරිපත් කරන්නන්ගේ නම මෙහි </a:t>
            </a:r>
            <a:r>
              <a:rPr lang="si-LK" sz="2400" dirty="0"/>
              <a:t>එක</a:t>
            </a:r>
            <a:r>
              <a:rPr lang="si-LK" sz="2400" dirty="0" smtClean="0"/>
              <a:t>් කරන</a:t>
            </a:r>
            <a:r>
              <a:rPr lang="si-LK" sz="2400" dirty="0"/>
              <a:t>්න.</a:t>
            </a:r>
            <a:r>
              <a:rPr lang="si-LK" sz="2400" dirty="0" smtClean="0"/>
              <a:t>	</a:t>
            </a:r>
            <a:r>
              <a:rPr lang="si-LK" sz="2200" dirty="0" smtClean="0"/>
              <a:t>				</a:t>
            </a:r>
          </a:p>
          <a:p>
            <a:pPr marL="0" indent="0">
              <a:buNone/>
            </a:pPr>
            <a:r>
              <a:rPr lang="en-US" dirty="0"/>
              <a:t/>
            </a:r>
            <a:br>
              <a:rPr lang="en-US" dirty="0"/>
            </a:br>
            <a:r>
              <a:rPr lang="en-US" dirty="0"/>
              <a:t/>
            </a:r>
            <a:br>
              <a:rPr lang="en-US" dirty="0"/>
            </a:br>
            <a:endParaRPr lang="si-LK" dirty="0" smtClean="0"/>
          </a:p>
          <a:p>
            <a:pPr marL="0" indent="0">
              <a:buNone/>
            </a:pPr>
            <a:endParaRPr lang="si-LK" dirty="0" smtClean="0"/>
          </a:p>
          <a:p>
            <a:pPr marL="0" indent="0">
              <a:buNone/>
            </a:pPr>
            <a:r>
              <a:rPr lang="en-US" sz="1900" dirty="0" smtClean="0">
                <a:solidFill>
                  <a:schemeClr val="bg1"/>
                </a:solidFill>
              </a:rPr>
              <a:t>Coordination Saves Lives</a:t>
            </a:r>
            <a:r>
              <a:rPr lang="en-US" dirty="0" smtClean="0"/>
              <a:t>							</a:t>
            </a:r>
          </a:p>
          <a:p>
            <a:pPr marL="0" indent="0">
              <a:buNone/>
            </a:pPr>
            <a:r>
              <a:rPr lang="en-US" dirty="0"/>
              <a:t>	</a:t>
            </a:r>
            <a:r>
              <a:rPr lang="en-US" dirty="0" smtClean="0"/>
              <a:t>									</a:t>
            </a:r>
            <a:r>
              <a:rPr lang="si-LK" dirty="0" smtClean="0"/>
              <a:t>	</a:t>
            </a:r>
            <a:endParaRPr lang="en-US" dirty="0"/>
          </a:p>
        </p:txBody>
      </p:sp>
      <p:pic>
        <p:nvPicPr>
          <p:cNvPr id="11" name="Picture 10"/>
          <p:cNvPicPr>
            <a:picLocks noChangeAspect="1"/>
          </p:cNvPicPr>
          <p:nvPr/>
        </p:nvPicPr>
        <p:blipFill rotWithShape="1">
          <a:blip r:embed="rId3"/>
          <a:srcRect l="28981" t="79333" r="13981" b="13852"/>
          <a:stretch/>
        </p:blipFill>
        <p:spPr>
          <a:xfrm>
            <a:off x="186871" y="6176963"/>
            <a:ext cx="11907157" cy="681037"/>
          </a:xfrm>
          <a:prstGeom prst="rect">
            <a:avLst/>
          </a:prstGeom>
        </p:spPr>
      </p:pic>
    </p:spTree>
    <p:extLst>
      <p:ext uri="{BB962C8B-B14F-4D97-AF65-F5344CB8AC3E}">
        <p14:creationId xmlns:p14="http://schemas.microsoft.com/office/powerpoint/2010/main" val="289431832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0071" y="1042635"/>
            <a:ext cx="6281058" cy="4235763"/>
          </a:xfrm>
        </p:spPr>
        <p:txBody>
          <a:bodyPr>
            <a:normAutofit/>
          </a:bodyPr>
          <a:lstStyle/>
          <a:p>
            <a:pPr marL="0" indent="0" algn="ctr">
              <a:buNone/>
            </a:pPr>
            <a:endParaRPr lang="en-US" sz="3600" b="1" dirty="0"/>
          </a:p>
          <a:p>
            <a:pPr marL="0" indent="0" algn="ctr">
              <a:buNone/>
            </a:pPr>
            <a:r>
              <a:rPr lang="si-LK" sz="4400" dirty="0" smtClean="0">
                <a:latin typeface="Calibri" panose="020F0502020204030204" pitchFamily="34" charset="0"/>
                <a:ea typeface="Calibri" panose="020F0502020204030204" pitchFamily="34" charset="0"/>
                <a:cs typeface="Iskoola Pota" panose="02010503010101010104" pitchFamily="2" charset="0"/>
              </a:rPr>
              <a:t>කැපීම සහ කැඩීම මෙහෙයුම්</a:t>
            </a:r>
            <a:endParaRPr lang="si-LK" sz="4400" b="1" dirty="0"/>
          </a:p>
          <a:p>
            <a:pPr marL="0" indent="0" algn="ctr">
              <a:buNone/>
            </a:pPr>
            <a:endParaRPr lang="en-US" sz="3600" b="1" dirty="0" smtClean="0"/>
          </a:p>
          <a:p>
            <a:pPr marL="0" indent="0" algn="ctr">
              <a:buNone/>
            </a:pPr>
            <a:endParaRPr lang="si-LK" sz="3600" b="1" dirty="0" smtClean="0"/>
          </a:p>
          <a:p>
            <a:endParaRPr lang="si-LK" dirty="0"/>
          </a:p>
          <a:p>
            <a:endParaRPr lang="en-US" dirty="0"/>
          </a:p>
          <a:p>
            <a:endParaRPr lang="en-US" dirty="0"/>
          </a:p>
        </p:txBody>
      </p:sp>
      <p:pic>
        <p:nvPicPr>
          <p:cNvPr id="9" name="Picture 8"/>
          <p:cNvPicPr>
            <a:picLocks noChangeAspect="1"/>
          </p:cNvPicPr>
          <p:nvPr/>
        </p:nvPicPr>
        <p:blipFill rotWithShape="1">
          <a:blip r:embed="rId2"/>
          <a:srcRect l="28796" t="18296" r="53241" b="76370"/>
          <a:stretch/>
        </p:blipFill>
        <p:spPr>
          <a:xfrm>
            <a:off x="390071" y="136525"/>
            <a:ext cx="2463800" cy="457200"/>
          </a:xfrm>
          <a:prstGeom prst="rect">
            <a:avLst/>
          </a:prstGeom>
        </p:spPr>
      </p:pic>
      <p:pic>
        <p:nvPicPr>
          <p:cNvPr id="10" name="Picture 9"/>
          <p:cNvPicPr>
            <a:picLocks noChangeAspect="1"/>
          </p:cNvPicPr>
          <p:nvPr/>
        </p:nvPicPr>
        <p:blipFill rotWithShape="1">
          <a:blip r:embed="rId2"/>
          <a:srcRect l="28981" t="79333" r="13981" b="13852"/>
          <a:stretch/>
        </p:blipFill>
        <p:spPr>
          <a:xfrm>
            <a:off x="186871" y="6176963"/>
            <a:ext cx="11907157" cy="681037"/>
          </a:xfrm>
          <a:prstGeom prst="rect">
            <a:avLst/>
          </a:prstGeom>
        </p:spPr>
      </p:pic>
      <p:pic>
        <p:nvPicPr>
          <p:cNvPr id="11" name="Picture 10" descr="Overlay-2ColumnText.png"/>
          <p:cNvPicPr/>
          <p:nvPr/>
        </p:nvPicPr>
        <p:blipFill>
          <a:blip r:embed="rId3"/>
          <a:stretch>
            <a:fillRect/>
          </a:stretch>
        </p:blipFill>
        <p:spPr>
          <a:xfrm>
            <a:off x="8244158" y="223365"/>
            <a:ext cx="3340100" cy="5688981"/>
          </a:xfrm>
          <a:prstGeom prst="round2DiagRect">
            <a:avLst/>
          </a:prstGeom>
          <a:gradFill flip="none" rotWithShape="1">
            <a:gsLst>
              <a:gs pos="0">
                <a:srgbClr val="38ABED"/>
              </a:gs>
              <a:gs pos="100000">
                <a:srgbClr val="1B3861"/>
              </a:gs>
            </a:gsLst>
            <a:lin ang="5400000" scaled="0"/>
            <a:tileRect/>
          </a:gradFill>
        </p:spPr>
      </p:pic>
      <p:sp>
        <p:nvSpPr>
          <p:cNvPr id="12" name="Title 3"/>
          <p:cNvSpPr txBox="1">
            <a:spLocks noGrp="1"/>
          </p:cNvSpPr>
          <p:nvPr>
            <p:ph type="title"/>
          </p:nvPr>
        </p:nvSpPr>
        <p:spPr>
          <a:xfrm>
            <a:off x="8668899" y="372126"/>
            <a:ext cx="2652244" cy="1089529"/>
          </a:xfrm>
          <a:prstGeom prst="rect">
            <a:avLst/>
          </a:prstGeom>
          <a:noFill/>
        </p:spPr>
        <p:txBody>
          <a:bodyPr wrap="square" rtlCol="0">
            <a:spAutoFit/>
          </a:bodyPr>
          <a:lstStyle/>
          <a:p>
            <a:pPr algn="r"/>
            <a:r>
              <a:rPr lang="si-LK" sz="3600" b="1" dirty="0" smtClean="0">
                <a:solidFill>
                  <a:prstClr val="black"/>
                </a:solidFill>
                <a:latin typeface="Calibri Light" panose="020F0302020204030204"/>
              </a:rPr>
              <a:t>පළමු ප්‍රතිචාරකයා</a:t>
            </a:r>
            <a:endParaRPr lang="en-US" sz="3600" b="1" dirty="0"/>
          </a:p>
        </p:txBody>
      </p:sp>
      <p:sp>
        <p:nvSpPr>
          <p:cNvPr id="13" name="Rectangle 12"/>
          <p:cNvSpPr/>
          <p:nvPr/>
        </p:nvSpPr>
        <p:spPr>
          <a:xfrm>
            <a:off x="8668899" y="5278398"/>
            <a:ext cx="2490618" cy="369332"/>
          </a:xfrm>
          <a:prstGeom prst="rect">
            <a:avLst/>
          </a:prstGeom>
        </p:spPr>
        <p:txBody>
          <a:bodyPr wrap="none">
            <a:spAutoFit/>
          </a:bodyPr>
          <a:lstStyle/>
          <a:p>
            <a:r>
              <a:rPr lang="en-US" dirty="0">
                <a:solidFill>
                  <a:schemeClr val="bg1"/>
                </a:solidFill>
              </a:rPr>
              <a:t>Coordination Saves Lives</a:t>
            </a:r>
          </a:p>
        </p:txBody>
      </p:sp>
    </p:spTree>
    <p:extLst>
      <p:ext uri="{BB962C8B-B14F-4D97-AF65-F5344CB8AC3E}">
        <p14:creationId xmlns:p14="http://schemas.microsoft.com/office/powerpoint/2010/main" val="231875974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2" name="Rectangle 1"/>
          <p:cNvSpPr/>
          <p:nvPr/>
        </p:nvSpPr>
        <p:spPr>
          <a:xfrm>
            <a:off x="751112" y="890203"/>
            <a:ext cx="8632373" cy="2075889"/>
          </a:xfrm>
          <a:prstGeom prst="rect">
            <a:avLst/>
          </a:prstGeom>
        </p:spPr>
        <p:txBody>
          <a:bodyPr wrap="square">
            <a:spAutoFit/>
          </a:bodyPr>
          <a:lstStyle/>
          <a:p>
            <a:pPr>
              <a:lnSpc>
                <a:spcPct val="107000"/>
              </a:lnSpc>
              <a:spcAft>
                <a:spcPts val="800"/>
              </a:spcAft>
            </a:pPr>
            <a:r>
              <a:rPr lang="si-LK" sz="3600" dirty="0" smtClean="0">
                <a:latin typeface="Calibri" panose="020F0502020204030204" pitchFamily="34" charset="0"/>
                <a:ea typeface="Calibri" panose="020F0502020204030204" pitchFamily="34" charset="0"/>
                <a:cs typeface="Iskoola Pota" panose="02010503010101010104" pitchFamily="2" charset="0"/>
              </a:rPr>
              <a:t>කැපීම සහ බිඳීමේ මෙහෙයුම්</a:t>
            </a:r>
            <a:endParaRPr lang="si-LK" sz="3600" dirty="0" smtClean="0">
              <a:latin typeface="Calibri" panose="020F0502020204030204" pitchFamily="34" charset="0"/>
              <a:ea typeface="Calibri" panose="020F0502020204030204" pitchFamily="34" charset="0"/>
            </a:endParaRPr>
          </a:p>
          <a:p>
            <a:pPr>
              <a:lnSpc>
                <a:spcPct val="107000"/>
              </a:lnSpc>
              <a:spcAft>
                <a:spcPts val="800"/>
              </a:spcAft>
            </a:pPr>
            <a:r>
              <a:rPr lang="si-LK" sz="3600" dirty="0" smtClean="0">
                <a:latin typeface="Calibri" panose="020F0502020204030204" pitchFamily="34" charset="0"/>
                <a:ea typeface="Calibri" panose="020F0502020204030204" pitchFamily="34" charset="0"/>
                <a:cs typeface="Iskoola Pota" panose="02010503010101010104" pitchFamily="2" charset="0"/>
              </a:rPr>
              <a:t>ඉගෙනුම් ප්‍රතිඵල:</a:t>
            </a:r>
          </a:p>
          <a:p>
            <a:pPr>
              <a:lnSpc>
                <a:spcPct val="107000"/>
              </a:lnSpc>
              <a:spcAft>
                <a:spcPts val="800"/>
              </a:spcAft>
            </a:pPr>
            <a:endParaRPr lang="en-US" sz="3600" dirty="0">
              <a:latin typeface="Calibri" panose="020F0502020204030204" pitchFamily="34" charset="0"/>
              <a:ea typeface="Calibri" panose="020F0502020204030204" pitchFamily="34" charset="0"/>
              <a:cs typeface="Iskoola Pota" panose="02010503010101010104" pitchFamily="2" charset="0"/>
            </a:endParaRPr>
          </a:p>
        </p:txBody>
      </p:sp>
      <p:sp>
        <p:nvSpPr>
          <p:cNvPr id="3" name="Rectangle 2"/>
          <p:cNvSpPr/>
          <p:nvPr/>
        </p:nvSpPr>
        <p:spPr>
          <a:xfrm>
            <a:off x="830134" y="2804889"/>
            <a:ext cx="9955469" cy="2715102"/>
          </a:xfrm>
          <a:prstGeom prst="rect">
            <a:avLst/>
          </a:prstGeom>
        </p:spPr>
        <p:txBody>
          <a:bodyPr wrap="square">
            <a:spAutoFit/>
          </a:bodyPr>
          <a:lstStyle/>
          <a:p>
            <a:pPr marL="342900" marR="0" lvl="0" indent="-342900">
              <a:lnSpc>
                <a:spcPct val="107000"/>
              </a:lnSpc>
              <a:spcBef>
                <a:spcPts val="0"/>
              </a:spcBef>
              <a:spcAft>
                <a:spcPts val="0"/>
              </a:spcAft>
              <a:buFont typeface="Symbol" panose="05050102010706020507" pitchFamily="18" charset="2"/>
              <a:buChar char=""/>
            </a:pPr>
            <a:r>
              <a:rPr lang="si-LK" sz="2400" dirty="0">
                <a:latin typeface="Calibri" panose="020F0502020204030204" pitchFamily="34" charset="0"/>
                <a:ea typeface="Calibri" panose="020F0502020204030204" pitchFamily="34" charset="0"/>
              </a:rPr>
              <a:t>කඩා වැටුණු ගොඩනැගිල්ලක සුන්බුන් </a:t>
            </a:r>
            <a:r>
              <a:rPr lang="si-LK" sz="2400" dirty="0" smtClean="0">
                <a:latin typeface="Calibri" panose="020F0502020204030204" pitchFamily="34" charset="0"/>
                <a:ea typeface="Calibri" panose="020F0502020204030204" pitchFamily="34" charset="0"/>
              </a:rPr>
              <a:t>ව</a:t>
            </a:r>
            <a:r>
              <a:rPr lang="si-LK" sz="2400" dirty="0">
                <a:latin typeface="Calibri" panose="020F0502020204030204" pitchFamily="34" charset="0"/>
                <a:ea typeface="Calibri" panose="020F0502020204030204" pitchFamily="34" charset="0"/>
              </a:rPr>
              <a:t>ුවද ආරක්ෂිතව කපා හෝ කැඩී</a:t>
            </a:r>
            <a:r>
              <a:rPr lang="si-LK" sz="2400" dirty="0" smtClean="0">
                <a:latin typeface="Calibri" panose="020F0502020204030204" pitchFamily="34" charset="0"/>
                <a:ea typeface="Calibri" panose="020F0502020204030204" pitchFamily="34" charset="0"/>
              </a:rPr>
              <a:t>ම සිදුකරන ආකාරය ඉග</a:t>
            </a:r>
            <a:r>
              <a:rPr lang="si-LK" sz="2400" dirty="0">
                <a:latin typeface="Calibri" panose="020F0502020204030204" pitchFamily="34" charset="0"/>
                <a:ea typeface="Calibri" panose="020F0502020204030204" pitchFamily="34" charset="0"/>
              </a:rPr>
              <a:t>ෙන ගන්න</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2400" dirty="0">
                <a:latin typeface="Calibri" panose="020F0502020204030204" pitchFamily="34" charset="0"/>
                <a:ea typeface="Calibri" panose="020F0502020204030204" pitchFamily="34" charset="0"/>
              </a:rPr>
              <a:t>සුන්බුන් කැපීම හෝ කැඩීම </a:t>
            </a:r>
            <a:r>
              <a:rPr lang="si-LK" sz="2400" dirty="0" smtClean="0">
                <a:latin typeface="Calibri" panose="020F0502020204030204" pitchFamily="34" charset="0"/>
                <a:ea typeface="Calibri" panose="020F0502020204030204" pitchFamily="34" charset="0"/>
              </a:rPr>
              <a:t>මගින් ප</a:t>
            </a:r>
            <a:r>
              <a:rPr lang="si-LK" sz="2400" dirty="0">
                <a:latin typeface="Calibri" panose="020F0502020204030204" pitchFamily="34" charset="0"/>
                <a:ea typeface="Calibri" panose="020F0502020204030204" pitchFamily="34" charset="0"/>
              </a:rPr>
              <a:t>ුළුල් බලපෑමක් ඇති කරන්නේ කෙසේදැයි තේරුම් ගන්න</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en-US" sz="2400" dirty="0">
                <a:latin typeface="Iskoola Pota" panose="02010503010101010104" pitchFamily="2" charset="0"/>
                <a:ea typeface="Calibri" panose="020F0502020204030204" pitchFamily="34" charset="0"/>
                <a:cs typeface="Iskoola Pota" panose="02010503010101010104" pitchFamily="2" charset="0"/>
              </a:rPr>
              <a:t>(</a:t>
            </a:r>
            <a:r>
              <a:rPr lang="si-LK" sz="2400" dirty="0">
                <a:latin typeface="Iskoola Pota" panose="02010503010101010104" pitchFamily="2" charset="0"/>
                <a:ea typeface="Calibri" panose="020F0502020204030204" pitchFamily="34" charset="0"/>
              </a:rPr>
              <a:t>විකල්ප</a:t>
            </a:r>
            <a:r>
              <a:rPr lang="en-US" sz="2400" dirty="0">
                <a:latin typeface="Iskoola Pota" panose="02010503010101010104" pitchFamily="2" charset="0"/>
                <a:ea typeface="Calibri" panose="020F0502020204030204" pitchFamily="34" charset="0"/>
                <a:cs typeface="Iskoola Pota" panose="02010503010101010104" pitchFamily="2" charset="0"/>
              </a:rPr>
              <a:t>) </a:t>
            </a:r>
            <a:r>
              <a:rPr lang="si-LK" sz="2400" dirty="0">
                <a:latin typeface="Iskoola Pota" panose="02010503010101010104" pitchFamily="2" charset="0"/>
                <a:ea typeface="Calibri" panose="020F0502020204030204" pitchFamily="34" charset="0"/>
              </a:rPr>
              <a:t>කැපුම් හෝ බිඳීමේ මෙහෙයුම් වේගවත් කිරීමට බල මෙවලම් භාවිතා කළ හැකි ආකාරය තේරුම් ගන්න</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Wingdings" panose="05000000000000000000" pitchFamily="2" charset="2"/>
              <a:buChar char=""/>
            </a:pP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305070269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2" name="Rectangle 1"/>
          <p:cNvSpPr/>
          <p:nvPr/>
        </p:nvSpPr>
        <p:spPr>
          <a:xfrm>
            <a:off x="751112" y="890203"/>
            <a:ext cx="8632373" cy="2075889"/>
          </a:xfrm>
          <a:prstGeom prst="rect">
            <a:avLst/>
          </a:prstGeom>
        </p:spPr>
        <p:txBody>
          <a:bodyPr wrap="square">
            <a:spAutoFit/>
          </a:bodyPr>
          <a:lstStyle/>
          <a:p>
            <a:pPr>
              <a:lnSpc>
                <a:spcPct val="107000"/>
              </a:lnSpc>
              <a:spcAft>
                <a:spcPts val="800"/>
              </a:spcAft>
            </a:pPr>
            <a:r>
              <a:rPr lang="si-LK" sz="3600" dirty="0" smtClean="0">
                <a:latin typeface="Calibri" panose="020F0502020204030204" pitchFamily="34" charset="0"/>
                <a:ea typeface="Calibri" panose="020F0502020204030204" pitchFamily="34" charset="0"/>
                <a:cs typeface="Iskoola Pota" panose="02010503010101010104" pitchFamily="2" charset="0"/>
              </a:rPr>
              <a:t>කැපීම හෝ බිඳීමේ මෙහෙයුම්</a:t>
            </a:r>
            <a:endParaRPr lang="si-LK" sz="3600" dirty="0" smtClean="0">
              <a:latin typeface="Calibri" panose="020F0502020204030204" pitchFamily="34" charset="0"/>
              <a:ea typeface="Calibri" panose="020F0502020204030204" pitchFamily="34" charset="0"/>
            </a:endParaRPr>
          </a:p>
          <a:p>
            <a:pPr>
              <a:lnSpc>
                <a:spcPct val="107000"/>
              </a:lnSpc>
              <a:spcAft>
                <a:spcPts val="800"/>
              </a:spcAft>
            </a:pPr>
            <a:r>
              <a:rPr lang="si-LK" sz="3600" dirty="0" smtClean="0">
                <a:latin typeface="Calibri" panose="020F0502020204030204" pitchFamily="34" charset="0"/>
                <a:ea typeface="Calibri" panose="020F0502020204030204" pitchFamily="34" charset="0"/>
                <a:cs typeface="Iskoola Pota" panose="02010503010101010104" pitchFamily="2" charset="0"/>
              </a:rPr>
              <a:t>විකල්ප ක්‍රමය</a:t>
            </a:r>
          </a:p>
          <a:p>
            <a:pPr>
              <a:lnSpc>
                <a:spcPct val="107000"/>
              </a:lnSpc>
              <a:spcAft>
                <a:spcPts val="800"/>
              </a:spcAft>
            </a:pPr>
            <a:endParaRPr lang="en-US" sz="3600" dirty="0">
              <a:latin typeface="Calibri" panose="020F0502020204030204" pitchFamily="34" charset="0"/>
              <a:ea typeface="Calibri" panose="020F0502020204030204" pitchFamily="34" charset="0"/>
              <a:cs typeface="Iskoola Pota" panose="02010503010101010104" pitchFamily="2" charset="0"/>
            </a:endParaRPr>
          </a:p>
        </p:txBody>
      </p:sp>
      <p:sp>
        <p:nvSpPr>
          <p:cNvPr id="3" name="Rectangle 2"/>
          <p:cNvSpPr/>
          <p:nvPr/>
        </p:nvSpPr>
        <p:spPr>
          <a:xfrm>
            <a:off x="830134" y="2804889"/>
            <a:ext cx="9955469" cy="3900620"/>
          </a:xfrm>
          <a:prstGeom prst="rect">
            <a:avLst/>
          </a:prstGeom>
        </p:spPr>
        <p:txBody>
          <a:bodyPr wrap="square">
            <a:spAutoFit/>
          </a:bodyPr>
          <a:lstStyle/>
          <a:p>
            <a:pPr marL="342900" marR="0" lvl="0" indent="-342900">
              <a:lnSpc>
                <a:spcPct val="107000"/>
              </a:lnSpc>
              <a:spcBef>
                <a:spcPts val="0"/>
              </a:spcBef>
              <a:spcAft>
                <a:spcPts val="0"/>
              </a:spcAft>
              <a:buFont typeface="Symbol" panose="05050102010706020507" pitchFamily="18" charset="2"/>
              <a:buChar char=""/>
            </a:pPr>
            <a:r>
              <a:rPr lang="si-LK" sz="2400" dirty="0" smtClean="0">
                <a:latin typeface="Calibri" panose="020F0502020204030204" pitchFamily="34" charset="0"/>
                <a:ea typeface="Calibri" panose="020F0502020204030204" pitchFamily="34" charset="0"/>
              </a:rPr>
              <a:t>මග හරින්න</a:t>
            </a:r>
            <a:r>
              <a:rPr lang="en-US" sz="2400" dirty="0" smtClean="0">
                <a:latin typeface="Calibri" panose="020F0502020204030204" pitchFamily="34" charset="0"/>
                <a:ea typeface="Calibri" panose="020F0502020204030204" pitchFamily="34" charset="0"/>
                <a:cs typeface="Iskoola Pota" panose="02010503010101010104" pitchFamily="2" charset="0"/>
              </a:rPr>
              <a:t> </a:t>
            </a:r>
            <a:r>
              <a:rPr lang="en-US" sz="2400" dirty="0">
                <a:latin typeface="Calibri" panose="020F0502020204030204" pitchFamily="34" charset="0"/>
                <a:ea typeface="Calibri" panose="020F0502020204030204" pitchFamily="34" charset="0"/>
                <a:cs typeface="Iskoola Pota" panose="02010503010101010104" pitchFamily="2" charset="0"/>
              </a:rPr>
              <a:t>- </a:t>
            </a:r>
            <a:r>
              <a:rPr lang="si-LK" sz="2400" dirty="0" smtClean="0">
                <a:latin typeface="Calibri" panose="020F0502020204030204" pitchFamily="34" charset="0"/>
                <a:ea typeface="Calibri" panose="020F0502020204030204" pitchFamily="34" charset="0"/>
              </a:rPr>
              <a:t>සුන්බුන් අසළින් ස</a:t>
            </a:r>
            <a:r>
              <a:rPr lang="si-LK" sz="2400" dirty="0">
                <a:latin typeface="Calibri" panose="020F0502020204030204" pitchFamily="34" charset="0"/>
                <a:ea typeface="Calibri" panose="020F0502020204030204" pitchFamily="34" charset="0"/>
              </a:rPr>
              <a:t>ුන්බුන් යට හෝ උඩින් ගමන් කරන්න</a:t>
            </a:r>
            <a:r>
              <a:rPr lang="en-US" sz="2400" dirty="0">
                <a:latin typeface="Calibri" panose="020F0502020204030204" pitchFamily="34" charset="0"/>
                <a:ea typeface="Calibri" panose="020F0502020204030204" pitchFamily="34" charset="0"/>
                <a:cs typeface="Iskoola Pota" panose="02010503010101010104" pitchFamily="2" charset="0"/>
              </a:rPr>
              <a:t> - </a:t>
            </a:r>
            <a:r>
              <a:rPr lang="si-LK" sz="2400" dirty="0">
                <a:latin typeface="Calibri" panose="020F0502020204030204" pitchFamily="34" charset="0"/>
                <a:ea typeface="Calibri" panose="020F0502020204030204" pitchFamily="34" charset="0"/>
              </a:rPr>
              <a:t>අස්ථායී නම්</a:t>
            </a:r>
            <a:r>
              <a:rPr lang="en-US" sz="2400" dirty="0">
                <a:latin typeface="Calibri" panose="020F0502020204030204" pitchFamily="34" charset="0"/>
                <a:ea typeface="Calibri" panose="020F0502020204030204" pitchFamily="34" charset="0"/>
                <a:cs typeface="Iskoola Pota" panose="02010503010101010104" pitchFamily="2" charset="0"/>
              </a:rPr>
              <a:t>, </a:t>
            </a:r>
            <a:r>
              <a:rPr lang="si-LK" sz="2400" dirty="0">
                <a:latin typeface="Calibri" panose="020F0502020204030204" pitchFamily="34" charset="0"/>
                <a:ea typeface="Calibri" panose="020F0502020204030204" pitchFamily="34" charset="0"/>
              </a:rPr>
              <a:t>සියලු දෙනා ආරක්ෂිත දුරින් තබා ගන්න</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2400" dirty="0">
                <a:latin typeface="Calibri" panose="020F0502020204030204" pitchFamily="34" charset="0"/>
                <a:ea typeface="Calibri" panose="020F0502020204030204" pitchFamily="34" charset="0"/>
              </a:rPr>
              <a:t>චලනය කරන්න</a:t>
            </a:r>
            <a:r>
              <a:rPr lang="en-US" sz="2400" dirty="0">
                <a:latin typeface="Calibri" panose="020F0502020204030204" pitchFamily="34" charset="0"/>
                <a:ea typeface="Calibri" panose="020F0502020204030204" pitchFamily="34" charset="0"/>
                <a:cs typeface="Iskoola Pota" panose="02010503010101010104" pitchFamily="2" charset="0"/>
              </a:rPr>
              <a:t> - </a:t>
            </a:r>
            <a:r>
              <a:rPr lang="si-LK" sz="2400" dirty="0">
                <a:latin typeface="Calibri" panose="020F0502020204030204" pitchFamily="34" charset="0"/>
                <a:ea typeface="Calibri" panose="020F0502020204030204" pitchFamily="34" charset="0"/>
              </a:rPr>
              <a:t>ඔබට එය වළක්වා ගත නොහැකි නම්</a:t>
            </a:r>
            <a:r>
              <a:rPr lang="en-US" sz="2400" dirty="0">
                <a:latin typeface="Calibri" panose="020F0502020204030204" pitchFamily="34" charset="0"/>
                <a:ea typeface="Calibri" panose="020F0502020204030204" pitchFamily="34" charset="0"/>
                <a:cs typeface="Iskoola Pota" panose="02010503010101010104" pitchFamily="2" charset="0"/>
              </a:rPr>
              <a:t> - </a:t>
            </a:r>
            <a:r>
              <a:rPr lang="si-LK" sz="2400" dirty="0">
                <a:latin typeface="Calibri" panose="020F0502020204030204" pitchFamily="34" charset="0"/>
                <a:ea typeface="Calibri" panose="020F0502020204030204" pitchFamily="34" charset="0"/>
              </a:rPr>
              <a:t>සුන්බුන් </a:t>
            </a:r>
            <a:r>
              <a:rPr lang="si-LK" sz="2400" dirty="0" smtClean="0">
                <a:latin typeface="Calibri" panose="020F0502020204030204" pitchFamily="34" charset="0"/>
                <a:ea typeface="Calibri" panose="020F0502020204030204" pitchFamily="34" charset="0"/>
              </a:rPr>
              <a:t>ආරක්ෂාකාරීව රැග</a:t>
            </a:r>
            <a:r>
              <a:rPr lang="si-LK" sz="2400" dirty="0">
                <a:latin typeface="Calibri" panose="020F0502020204030204" pitchFamily="34" charset="0"/>
                <a:ea typeface="Calibri" panose="020F0502020204030204" pitchFamily="34" charset="0"/>
              </a:rPr>
              <a:t>ෙන යන්න</a:t>
            </a:r>
            <a:r>
              <a:rPr lang="en-US" sz="2400" dirty="0">
                <a:latin typeface="Calibri" panose="020F0502020204030204" pitchFamily="34" charset="0"/>
                <a:ea typeface="Calibri" panose="020F0502020204030204" pitchFamily="34" charset="0"/>
                <a:cs typeface="Iskoola Pota" panose="02010503010101010104" pitchFamily="2" charset="0"/>
              </a:rPr>
              <a:t> - </a:t>
            </a:r>
            <a:r>
              <a:rPr lang="si-LK" sz="2400" dirty="0" smtClean="0">
                <a:latin typeface="Calibri" panose="020F0502020204030204" pitchFamily="34" charset="0"/>
                <a:ea typeface="Calibri" panose="020F0502020204030204" pitchFamily="34" charset="0"/>
              </a:rPr>
              <a:t>ඉවත් </a:t>
            </a:r>
            <a:r>
              <a:rPr lang="si-LK" sz="2400" dirty="0">
                <a:latin typeface="Calibri" panose="020F0502020204030204" pitchFamily="34" charset="0"/>
                <a:ea typeface="Calibri" panose="020F0502020204030204" pitchFamily="34" charset="0"/>
              </a:rPr>
              <a:t>කිරීමට ගුරුත්වාකර්ෂණය සහ භූමිය භාවිතා කරන්න</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2400" dirty="0">
                <a:latin typeface="Calibri" panose="020F0502020204030204" pitchFamily="34" charset="0"/>
                <a:ea typeface="Calibri" panose="020F0502020204030204" pitchFamily="34" charset="0"/>
              </a:rPr>
              <a:t>ඔබට සුන්බුන් ආරක්ෂිතව වළක්වා ගැනීමට හෝ ගෙන යාමට නොහැකි නම් පමණක් ඔබ එය කැපීමට හෝ කැඩීමට උත්සාහ කළ යුතුය</a:t>
            </a:r>
            <a:r>
              <a:rPr lang="en-US" sz="2400" dirty="0">
                <a:latin typeface="Calibri" panose="020F0502020204030204" pitchFamily="34" charset="0"/>
                <a:ea typeface="Calibri" panose="020F0502020204030204" pitchFamily="34" charset="0"/>
                <a:cs typeface="Iskoola Pota" panose="02010503010101010104" pitchFamily="2" charset="0"/>
              </a:rPr>
              <a:t> - </a:t>
            </a:r>
            <a:r>
              <a:rPr lang="si-LK" sz="2400" dirty="0">
                <a:latin typeface="Calibri" panose="020F0502020204030204" pitchFamily="34" charset="0"/>
                <a:ea typeface="Calibri" panose="020F0502020204030204" pitchFamily="34" charset="0"/>
              </a:rPr>
              <a:t>මුක්කු හෝ </a:t>
            </a:r>
            <a:r>
              <a:rPr lang="en-US" sz="2400" dirty="0" smtClean="0">
                <a:latin typeface="Calibri" panose="020F0502020204030204" pitchFamily="34" charset="0"/>
                <a:ea typeface="Calibri" panose="020F0502020204030204" pitchFamily="34" charset="0"/>
              </a:rPr>
              <a:t>Shoring </a:t>
            </a:r>
            <a:r>
              <a:rPr lang="si-LK" sz="2400" dirty="0" smtClean="0">
                <a:latin typeface="Calibri" panose="020F0502020204030204" pitchFamily="34" charset="0"/>
                <a:ea typeface="Calibri" panose="020F0502020204030204" pitchFamily="34" charset="0"/>
              </a:rPr>
              <a:t>යොදාගෙන ස</a:t>
            </a:r>
            <a:r>
              <a:rPr lang="si-LK" sz="2400" dirty="0">
                <a:latin typeface="Calibri" panose="020F0502020204030204" pitchFamily="34" charset="0"/>
                <a:ea typeface="Calibri" panose="020F0502020204030204" pitchFamily="34" charset="0"/>
              </a:rPr>
              <a:t>්ථානයක </a:t>
            </a:r>
            <a:r>
              <a:rPr lang="si-LK" sz="2400" dirty="0" smtClean="0">
                <a:latin typeface="Calibri" panose="020F0502020204030204" pitchFamily="34" charset="0"/>
                <a:ea typeface="Calibri" panose="020F0502020204030204" pitchFamily="34" charset="0"/>
              </a:rPr>
              <a:t>ආරක්ෂිත කිරිම ම</a:t>
            </a:r>
            <a:r>
              <a:rPr lang="si-LK" sz="2400" dirty="0">
                <a:latin typeface="Calibri" panose="020F0502020204030204" pitchFamily="34" charset="0"/>
                <a:ea typeface="Calibri" panose="020F0502020204030204" pitchFamily="34" charset="0"/>
              </a:rPr>
              <a:t>ැනීම සහ එකලස් කිරීම</a:t>
            </a:r>
            <a:r>
              <a:rPr lang="en-US" sz="2400" dirty="0">
                <a:latin typeface="Calibri" panose="020F0502020204030204" pitchFamily="34" charset="0"/>
                <a:ea typeface="Calibri" panose="020F0502020204030204" pitchFamily="34" charset="0"/>
                <a:cs typeface="Iskoola Pota" panose="02010503010101010104" pitchFamily="2" charset="0"/>
              </a:rPr>
              <a:t> - </a:t>
            </a:r>
            <a:r>
              <a:rPr lang="si-LK" sz="2400" dirty="0">
                <a:latin typeface="Calibri" panose="020F0502020204030204" pitchFamily="34" charset="0"/>
                <a:ea typeface="Calibri" panose="020F0502020204030204" pitchFamily="34" charset="0"/>
              </a:rPr>
              <a:t>සුන්බුන් සුරක්ෂිත කිරීම</a:t>
            </a:r>
            <a:r>
              <a:rPr lang="en-US" sz="2400" dirty="0">
                <a:latin typeface="Calibri" panose="020F0502020204030204" pitchFamily="34" charset="0"/>
                <a:ea typeface="Calibri" panose="020F0502020204030204" pitchFamily="34" charset="0"/>
                <a:cs typeface="Iskoola Pota" panose="02010503010101010104" pitchFamily="2" charset="0"/>
              </a:rPr>
              <a:t> - </a:t>
            </a:r>
            <a:r>
              <a:rPr lang="si-LK" sz="2400" dirty="0">
                <a:latin typeface="Calibri" panose="020F0502020204030204" pitchFamily="34" charset="0"/>
                <a:ea typeface="Calibri" panose="020F0502020204030204" pitchFamily="34" charset="0"/>
              </a:rPr>
              <a:t>දුර්වල ස්ථාන සහ </a:t>
            </a:r>
            <a:r>
              <a:rPr lang="si-LK" sz="2400" dirty="0" smtClean="0">
                <a:latin typeface="Calibri" panose="020F0502020204030204" pitchFamily="34" charset="0"/>
                <a:ea typeface="Calibri" panose="020F0502020204030204" pitchFamily="34" charset="0"/>
              </a:rPr>
              <a:t>උපද්‍රව හඳ</a:t>
            </a:r>
            <a:r>
              <a:rPr lang="si-LK" sz="2400" dirty="0">
                <a:latin typeface="Calibri" panose="020F0502020204030204" pitchFamily="34" charset="0"/>
                <a:ea typeface="Calibri" panose="020F0502020204030204" pitchFamily="34" charset="0"/>
              </a:rPr>
              <a:t>ුනා ගැනීම</a:t>
            </a:r>
            <a:r>
              <a:rPr lang="en-US" sz="2400" dirty="0">
                <a:latin typeface="Calibri" panose="020F0502020204030204" pitchFamily="34" charset="0"/>
                <a:ea typeface="Calibri" panose="020F0502020204030204" pitchFamily="34" charset="0"/>
                <a:cs typeface="Iskoola Pota" panose="02010503010101010104" pitchFamily="2" charset="0"/>
              </a:rPr>
              <a:t> - </a:t>
            </a:r>
            <a:r>
              <a:rPr lang="si-LK" sz="2400" dirty="0" smtClean="0">
                <a:latin typeface="Calibri" panose="020F0502020204030204" pitchFamily="34" charset="0"/>
                <a:ea typeface="Calibri" panose="020F0502020204030204" pitchFamily="34" charset="0"/>
              </a:rPr>
              <a:t>ද්‍රව්‍ය ද</a:t>
            </a:r>
            <a:r>
              <a:rPr lang="si-LK" sz="2400" dirty="0">
                <a:latin typeface="Calibri" panose="020F0502020204030204" pitchFamily="34" charset="0"/>
                <a:ea typeface="Calibri" panose="020F0502020204030204" pitchFamily="34" charset="0"/>
              </a:rPr>
              <a:t>ුර්</a:t>
            </a:r>
            <a:r>
              <a:rPr lang="si-LK" sz="2400" dirty="0" smtClean="0">
                <a:latin typeface="Calibri" panose="020F0502020204030204" pitchFamily="34" charset="0"/>
                <a:ea typeface="Calibri" panose="020F0502020204030204" pitchFamily="34" charset="0"/>
              </a:rPr>
              <a:t>වල  ක</a:t>
            </a:r>
            <a:r>
              <a:rPr lang="si-LK" sz="2400" dirty="0">
                <a:latin typeface="Calibri" panose="020F0502020204030204" pitchFamily="34" charset="0"/>
                <a:ea typeface="Calibri" panose="020F0502020204030204" pitchFamily="34" charset="0"/>
              </a:rPr>
              <a:t>ිරීමට මෙවලම් භාවිතා කරන්න</a:t>
            </a:r>
            <a:r>
              <a:rPr lang="en-US" sz="2400" dirty="0">
                <a:latin typeface="Calibri" panose="020F0502020204030204" pitchFamily="34" charset="0"/>
                <a:ea typeface="Calibri" panose="020F0502020204030204" pitchFamily="34" charset="0"/>
                <a:cs typeface="Iskoola Pota" panose="02010503010101010104" pitchFamily="2" charset="0"/>
              </a:rPr>
              <a:t>. </a:t>
            </a:r>
            <a:r>
              <a:rPr lang="si-LK" sz="2400" dirty="0">
                <a:latin typeface="Calibri" panose="020F0502020204030204" pitchFamily="34" charset="0"/>
                <a:ea typeface="Calibri" panose="020F0502020204030204" pitchFamily="34" charset="0"/>
              </a:rPr>
              <a:t>කඩනවා</a:t>
            </a:r>
            <a:endParaRPr lang="en-US" sz="2400" dirty="0">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Wingdings" panose="05000000000000000000" pitchFamily="2" charset="2"/>
              <a:buChar char=""/>
            </a:pP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129031440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8796" t="18296" r="53241" b="76370"/>
          <a:stretch/>
        </p:blipFill>
        <p:spPr>
          <a:xfrm>
            <a:off x="390070" y="136525"/>
            <a:ext cx="2951843" cy="603704"/>
          </a:xfrm>
          <a:prstGeom prst="rect">
            <a:avLst/>
          </a:prstGeom>
        </p:spPr>
      </p:pic>
      <p:pic>
        <p:nvPicPr>
          <p:cNvPr id="5" name="Picture 4"/>
          <p:cNvPicPr>
            <a:picLocks noChangeAspect="1"/>
          </p:cNvPicPr>
          <p:nvPr/>
        </p:nvPicPr>
        <p:blipFill rotWithShape="1">
          <a:blip r:embed="rId2"/>
          <a:srcRect l="28981" t="79333" r="13981" b="13852"/>
          <a:stretch/>
        </p:blipFill>
        <p:spPr>
          <a:xfrm>
            <a:off x="186871" y="6176963"/>
            <a:ext cx="11907157" cy="681037"/>
          </a:xfrm>
          <a:prstGeom prst="rect">
            <a:avLst/>
          </a:prstGeom>
        </p:spPr>
      </p:pic>
      <p:sp>
        <p:nvSpPr>
          <p:cNvPr id="3" name="Rectangle 2"/>
          <p:cNvSpPr/>
          <p:nvPr/>
        </p:nvSpPr>
        <p:spPr>
          <a:xfrm>
            <a:off x="830134" y="2804889"/>
            <a:ext cx="9955469" cy="2190728"/>
          </a:xfrm>
          <a:prstGeom prst="rect">
            <a:avLst/>
          </a:prstGeom>
        </p:spPr>
        <p:txBody>
          <a:bodyPr wrap="square">
            <a:spAutoFit/>
          </a:bodyPr>
          <a:lstStyle/>
          <a:p>
            <a:pPr marL="457200" lvl="0" indent="-457200">
              <a:buFont typeface="Arial" panose="020B0604020202020204" pitchFamily="34" charset="0"/>
              <a:buChar char="•"/>
            </a:pPr>
            <a:r>
              <a:rPr lang="si-LK" sz="2400" dirty="0"/>
              <a:t>ඔබේ උපදේශක</a:t>
            </a:r>
            <a:r>
              <a:rPr lang="en-US" sz="2400" dirty="0"/>
              <a:t>/</a:t>
            </a:r>
            <a:r>
              <a:rPr lang="si-LK" sz="2400" dirty="0"/>
              <a:t>පුහුණුකරු </a:t>
            </a:r>
            <a:r>
              <a:rPr lang="si-LK" sz="2400" dirty="0" smtClean="0"/>
              <a:t>ක්‍රිය</a:t>
            </a:r>
            <a:r>
              <a:rPr lang="si-LK" sz="2400" dirty="0"/>
              <a:t>ාකාරකම් අධීක්ෂණය කරනු ඇත</a:t>
            </a:r>
            <a:endParaRPr lang="en-US" sz="2400" dirty="0"/>
          </a:p>
          <a:p>
            <a:pPr marL="457200" lvl="0" indent="-457200">
              <a:buFont typeface="Arial" panose="020B0604020202020204" pitchFamily="34" charset="0"/>
              <a:buChar char="•"/>
            </a:pPr>
            <a:r>
              <a:rPr lang="si-LK" sz="2400" dirty="0"/>
              <a:t>සහභාගිවන්නන් කණ්ඩායම් වලට බෙදා ඇත</a:t>
            </a:r>
            <a:endParaRPr lang="en-US" sz="2400" dirty="0"/>
          </a:p>
          <a:p>
            <a:pPr marL="457200" lvl="0" indent="-457200">
              <a:buFont typeface="Arial" panose="020B0604020202020204" pitchFamily="34" charset="0"/>
              <a:buChar char="•"/>
            </a:pPr>
            <a:r>
              <a:rPr lang="si-LK" sz="2400" dirty="0"/>
              <a:t>සෑම කණ්ඩායමක්ම </a:t>
            </a:r>
            <a:r>
              <a:rPr lang="si-LK" sz="2400" dirty="0" smtClean="0"/>
              <a:t>ද්‍රව්‍ය වල ග</a:t>
            </a:r>
            <a:r>
              <a:rPr lang="si-LK" sz="2400" dirty="0"/>
              <a:t>ුණාංග මත පදනම් වූ </a:t>
            </a:r>
            <a:r>
              <a:rPr lang="si-LK" sz="2400" dirty="0" smtClean="0"/>
              <a:t>ක්‍රම භ</a:t>
            </a:r>
            <a:r>
              <a:rPr lang="si-LK" sz="2400" dirty="0"/>
              <a:t>ාවිතා කරමින් විවි</a:t>
            </a:r>
            <a:r>
              <a:rPr lang="si-LK" sz="2400" dirty="0" smtClean="0"/>
              <a:t>ධ ද්‍රව්‍ය කප</a:t>
            </a:r>
            <a:r>
              <a:rPr lang="si-LK" sz="2400" dirty="0"/>
              <a:t>ා කැඩීම සඳහා පෙන්වනු ලැබේ</a:t>
            </a:r>
            <a:endParaRPr lang="en-US" sz="2400" dirty="0"/>
          </a:p>
          <a:p>
            <a:pPr marL="457200" lvl="0" indent="-457200">
              <a:buFont typeface="Arial" panose="020B0604020202020204" pitchFamily="34" charset="0"/>
              <a:buChar char="•"/>
            </a:pPr>
            <a:r>
              <a:rPr lang="si-LK" sz="2400" dirty="0"/>
              <a:t>සෑම කණ්ඩායමක්ම කැපීම සහ බිඳීමේ මෙහෙයුම් පුහුණු කරනු ඇත</a:t>
            </a:r>
            <a:endParaRPr lang="en-US" sz="2400" dirty="0"/>
          </a:p>
          <a:p>
            <a:pPr marL="342900" marR="0" lvl="0" indent="-342900">
              <a:lnSpc>
                <a:spcPct val="107000"/>
              </a:lnSpc>
              <a:spcBef>
                <a:spcPts val="0"/>
              </a:spcBef>
              <a:spcAft>
                <a:spcPts val="0"/>
              </a:spcAft>
              <a:buFont typeface="Wingdings" panose="05000000000000000000" pitchFamily="2" charset="2"/>
              <a:buChar char=""/>
            </a:pP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p:txBody>
      </p:sp>
      <p:sp>
        <p:nvSpPr>
          <p:cNvPr id="6" name="Rectangle 5"/>
          <p:cNvSpPr/>
          <p:nvPr/>
        </p:nvSpPr>
        <p:spPr>
          <a:xfrm>
            <a:off x="757157" y="1311437"/>
            <a:ext cx="9368976" cy="1277914"/>
          </a:xfrm>
          <a:prstGeom prst="rect">
            <a:avLst/>
          </a:prstGeom>
        </p:spPr>
        <p:txBody>
          <a:bodyPr wrap="square">
            <a:spAutoFit/>
          </a:bodyPr>
          <a:lstStyle/>
          <a:p>
            <a:pPr>
              <a:lnSpc>
                <a:spcPct val="107000"/>
              </a:lnSpc>
            </a:pPr>
            <a:r>
              <a:rPr lang="si-LK" sz="3600" dirty="0" smtClean="0">
                <a:latin typeface="Calibri" panose="020F0502020204030204" pitchFamily="34" charset="0"/>
                <a:ea typeface="Calibri" panose="020F0502020204030204" pitchFamily="34" charset="0"/>
              </a:rPr>
              <a:t>ප්‍රාය</a:t>
            </a:r>
            <a:r>
              <a:rPr lang="si-LK" sz="3600" dirty="0">
                <a:latin typeface="Calibri" panose="020F0502020204030204" pitchFamily="34" charset="0"/>
                <a:ea typeface="Calibri" panose="020F0502020204030204" pitchFamily="34" charset="0"/>
              </a:rPr>
              <a:t>ෝගික කැපුම් සහ </a:t>
            </a:r>
            <a:r>
              <a:rPr lang="en-US" sz="3600" dirty="0" smtClean="0">
                <a:latin typeface="Calibri" panose="020F0502020204030204" pitchFamily="34" charset="0"/>
                <a:ea typeface="Calibri" panose="020F0502020204030204" pitchFamily="34" charset="0"/>
              </a:rPr>
              <a:t>Shoring </a:t>
            </a:r>
            <a:r>
              <a:rPr lang="si-LK" sz="3600" dirty="0" smtClean="0">
                <a:latin typeface="Calibri" panose="020F0502020204030204" pitchFamily="34" charset="0"/>
                <a:ea typeface="Calibri" panose="020F0502020204030204" pitchFamily="34" charset="0"/>
              </a:rPr>
              <a:t>ක</a:t>
            </a:r>
            <a:r>
              <a:rPr lang="si-LK" sz="3600" dirty="0">
                <a:latin typeface="Calibri" panose="020F0502020204030204" pitchFamily="34" charset="0"/>
                <a:ea typeface="Calibri" panose="020F0502020204030204" pitchFamily="34" charset="0"/>
              </a:rPr>
              <a:t>ිරීමේ මෙහෙයුම්</a:t>
            </a:r>
            <a:endParaRPr lang="en-US" sz="3600" dirty="0">
              <a:latin typeface="Calibri" panose="020F0502020204030204" pitchFamily="34" charset="0"/>
              <a:ea typeface="Calibri" panose="020F0502020204030204" pitchFamily="34" charset="0"/>
              <a:cs typeface="Iskoola Pota" panose="02010503010101010104" pitchFamily="2" charset="0"/>
            </a:endParaRPr>
          </a:p>
          <a:p>
            <a:pPr>
              <a:lnSpc>
                <a:spcPct val="107000"/>
              </a:lnSpc>
            </a:pPr>
            <a:r>
              <a:rPr lang="si-LK" sz="3600" dirty="0">
                <a:latin typeface="Calibri" panose="020F0502020204030204" pitchFamily="34" charset="0"/>
                <a:ea typeface="Calibri" panose="020F0502020204030204" pitchFamily="34" charset="0"/>
              </a:rPr>
              <a:t>කෙටි</a:t>
            </a:r>
            <a:endParaRPr lang="en-US" sz="3600" dirty="0">
              <a:effectLst/>
              <a:latin typeface="Calibri" panose="020F0502020204030204" pitchFamily="34" charset="0"/>
              <a:ea typeface="Calibri" panose="020F0502020204030204" pitchFamily="34" charset="0"/>
              <a:cs typeface="Iskoola Pota" panose="02010503010101010104" pitchFamily="2" charset="0"/>
            </a:endParaRPr>
          </a:p>
        </p:txBody>
      </p:sp>
    </p:spTree>
    <p:extLst>
      <p:ext uri="{BB962C8B-B14F-4D97-AF65-F5344CB8AC3E}">
        <p14:creationId xmlns:p14="http://schemas.microsoft.com/office/powerpoint/2010/main" val="223996746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981200" y="3048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lstStyle>
            <a:lvl1pPr marL="382588" indent="-3429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fontAlgn="base">
              <a:spcBef>
                <a:spcPts val="800"/>
              </a:spcBef>
              <a:spcAft>
                <a:spcPct val="0"/>
              </a:spcAft>
              <a:buClr>
                <a:srgbClr val="FFFFFF"/>
              </a:buClr>
              <a:buSzPct val="100000"/>
            </a:pPr>
            <a:endParaRPr lang="en-US" sz="4000">
              <a:solidFill>
                <a:srgbClr val="056CB6"/>
              </a:solidFill>
              <a:latin typeface="Arial" panose="020B0604020202020204" pitchFamily="34" charset="0"/>
              <a:sym typeface="Times" panose="02020603050405020304" pitchFamily="18" charset="0"/>
            </a:endParaRPr>
          </a:p>
        </p:txBody>
      </p:sp>
      <p:sp>
        <p:nvSpPr>
          <p:cNvPr id="13315" name="TextBox 1"/>
          <p:cNvSpPr txBox="1">
            <a:spLocks noChangeArrowheads="1"/>
          </p:cNvSpPr>
          <p:nvPr/>
        </p:nvSpPr>
        <p:spPr bwMode="auto">
          <a:xfrm>
            <a:off x="2133600" y="609601"/>
            <a:ext cx="8229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endParaRPr lang="en-US">
              <a:solidFill>
                <a:srgbClr val="000000"/>
              </a:solidFill>
            </a:endParaRPr>
          </a:p>
        </p:txBody>
      </p:sp>
      <p:pic>
        <p:nvPicPr>
          <p:cNvPr id="13316" name="Picture 1" descr="background.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524000"/>
            <a:ext cx="8763000" cy="299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TextBox 2"/>
          <p:cNvSpPr txBox="1">
            <a:spLocks noChangeArrowheads="1"/>
          </p:cNvSpPr>
          <p:nvPr/>
        </p:nvSpPr>
        <p:spPr bwMode="auto">
          <a:xfrm>
            <a:off x="3276600" y="2592388"/>
            <a:ext cx="28194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4400">
                <a:solidFill>
                  <a:srgbClr val="FFFFFF"/>
                </a:solidFill>
                <a:latin typeface="Avenir Medium" charset="0"/>
              </a:rPr>
              <a:t>Questions</a:t>
            </a:r>
          </a:p>
        </p:txBody>
      </p:sp>
      <p:sp>
        <p:nvSpPr>
          <p:cNvPr id="13318" name="TextBox 4"/>
          <p:cNvSpPr txBox="1">
            <a:spLocks noChangeArrowheads="1"/>
          </p:cNvSpPr>
          <p:nvPr/>
        </p:nvSpPr>
        <p:spPr bwMode="auto">
          <a:xfrm rot="-5400000">
            <a:off x="5450682" y="3358357"/>
            <a:ext cx="17526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800">
                <a:solidFill>
                  <a:srgbClr val="FFFFFF"/>
                </a:solidFill>
                <a:latin typeface="Avenir Medium" charset="0"/>
              </a:rPr>
              <a:t>Cuestión</a:t>
            </a:r>
          </a:p>
        </p:txBody>
      </p:sp>
      <p:sp>
        <p:nvSpPr>
          <p:cNvPr id="13319" name="Rectangle 6"/>
          <p:cNvSpPr>
            <a:spLocks noChangeArrowheads="1"/>
          </p:cNvSpPr>
          <p:nvPr/>
        </p:nvSpPr>
        <p:spPr bwMode="auto">
          <a:xfrm>
            <a:off x="7086600" y="1676401"/>
            <a:ext cx="17986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La question</a:t>
            </a:r>
          </a:p>
        </p:txBody>
      </p:sp>
      <p:sp>
        <p:nvSpPr>
          <p:cNvPr id="13320" name="Rectangle 7"/>
          <p:cNvSpPr>
            <a:spLocks noChangeArrowheads="1"/>
          </p:cNvSpPr>
          <p:nvPr/>
        </p:nvSpPr>
        <p:spPr bwMode="auto">
          <a:xfrm>
            <a:off x="7086600" y="2582864"/>
            <a:ext cx="137569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ar-SA" sz="4400">
                <a:solidFill>
                  <a:srgbClr val="FFFFFF"/>
                </a:solidFill>
              </a:rPr>
              <a:t>الأسئلة</a:t>
            </a:r>
            <a:endParaRPr lang="en-US" sz="4400">
              <a:solidFill>
                <a:srgbClr val="FFFFFF"/>
              </a:solidFill>
            </a:endParaRPr>
          </a:p>
        </p:txBody>
      </p:sp>
      <p:sp>
        <p:nvSpPr>
          <p:cNvPr id="13321" name="Rectangle 8"/>
          <p:cNvSpPr>
            <a:spLocks noChangeArrowheads="1"/>
          </p:cNvSpPr>
          <p:nvPr/>
        </p:nvSpPr>
        <p:spPr bwMode="auto">
          <a:xfrm>
            <a:off x="1905001" y="3200401"/>
            <a:ext cx="1801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bg-BG" sz="3600">
                <a:solidFill>
                  <a:srgbClr val="FFFFFF"/>
                </a:solidFill>
              </a:rPr>
              <a:t>въпроси</a:t>
            </a:r>
            <a:endParaRPr lang="en-US" sz="3600">
              <a:solidFill>
                <a:srgbClr val="FFFFFF"/>
              </a:solidFill>
            </a:endParaRPr>
          </a:p>
        </p:txBody>
      </p:sp>
      <p:sp>
        <p:nvSpPr>
          <p:cNvPr id="13322" name="Rectangle 9"/>
          <p:cNvSpPr>
            <a:spLocks noChangeArrowheads="1"/>
          </p:cNvSpPr>
          <p:nvPr/>
        </p:nvSpPr>
        <p:spPr bwMode="auto">
          <a:xfrm>
            <a:off x="5334001" y="1676401"/>
            <a:ext cx="11080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zh-TW" altLang="en-US" sz="3600">
                <a:solidFill>
                  <a:srgbClr val="FFFFFF"/>
                </a:solidFill>
              </a:rPr>
              <a:t>问题</a:t>
            </a:r>
            <a:endParaRPr lang="en-US" sz="3600">
              <a:solidFill>
                <a:srgbClr val="FFFFFF"/>
              </a:solidFill>
            </a:endParaRPr>
          </a:p>
        </p:txBody>
      </p:sp>
      <p:sp>
        <p:nvSpPr>
          <p:cNvPr id="13323" name="Rectangle 10"/>
          <p:cNvSpPr>
            <a:spLocks noChangeArrowheads="1"/>
          </p:cNvSpPr>
          <p:nvPr/>
        </p:nvSpPr>
        <p:spPr bwMode="auto">
          <a:xfrm>
            <a:off x="5029201" y="3429001"/>
            <a:ext cx="10969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otázky</a:t>
            </a:r>
          </a:p>
        </p:txBody>
      </p:sp>
      <p:sp>
        <p:nvSpPr>
          <p:cNvPr id="13324" name="Rectangle 11"/>
          <p:cNvSpPr>
            <a:spLocks noChangeArrowheads="1"/>
          </p:cNvSpPr>
          <p:nvPr/>
        </p:nvSpPr>
        <p:spPr bwMode="auto">
          <a:xfrm>
            <a:off x="6826250" y="3886201"/>
            <a:ext cx="1860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800">
                <a:solidFill>
                  <a:srgbClr val="FFFFFF"/>
                </a:solidFill>
                <a:latin typeface="Avenir Medium" charset="0"/>
              </a:rPr>
              <a:t>spørgsmål</a:t>
            </a:r>
          </a:p>
        </p:txBody>
      </p:sp>
      <p:sp>
        <p:nvSpPr>
          <p:cNvPr id="13325" name="Rectangle 12"/>
          <p:cNvSpPr>
            <a:spLocks noChangeArrowheads="1"/>
          </p:cNvSpPr>
          <p:nvPr/>
        </p:nvSpPr>
        <p:spPr bwMode="auto">
          <a:xfrm rot="-5400000">
            <a:off x="2151856" y="2267744"/>
            <a:ext cx="14620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3200">
                <a:solidFill>
                  <a:srgbClr val="FFFFFF"/>
                </a:solidFill>
                <a:latin typeface="Avenir Medium" charset="0"/>
              </a:rPr>
              <a:t>vragen</a:t>
            </a:r>
          </a:p>
        </p:txBody>
      </p:sp>
      <p:sp>
        <p:nvSpPr>
          <p:cNvPr id="13326" name="Rectangle 13"/>
          <p:cNvSpPr>
            <a:spLocks noChangeArrowheads="1"/>
          </p:cNvSpPr>
          <p:nvPr/>
        </p:nvSpPr>
        <p:spPr bwMode="auto">
          <a:xfrm>
            <a:off x="4267201" y="3962401"/>
            <a:ext cx="16557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küsimused</a:t>
            </a:r>
          </a:p>
        </p:txBody>
      </p:sp>
      <p:sp>
        <p:nvSpPr>
          <p:cNvPr id="13327" name="Rectangle 14"/>
          <p:cNvSpPr>
            <a:spLocks noChangeArrowheads="1"/>
          </p:cNvSpPr>
          <p:nvPr/>
        </p:nvSpPr>
        <p:spPr bwMode="auto">
          <a:xfrm>
            <a:off x="7086600" y="2209801"/>
            <a:ext cx="1785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kysymykset</a:t>
            </a:r>
          </a:p>
        </p:txBody>
      </p:sp>
      <p:sp>
        <p:nvSpPr>
          <p:cNvPr id="13328" name="Rectangle 15"/>
          <p:cNvSpPr>
            <a:spLocks noChangeArrowheads="1"/>
          </p:cNvSpPr>
          <p:nvPr/>
        </p:nvSpPr>
        <p:spPr bwMode="auto">
          <a:xfrm rot="-5400000">
            <a:off x="1476376" y="2201863"/>
            <a:ext cx="16557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3600">
                <a:solidFill>
                  <a:srgbClr val="FFFFFF"/>
                </a:solidFill>
                <a:latin typeface="Avenir Medium" charset="0"/>
              </a:rPr>
              <a:t>Fragen</a:t>
            </a:r>
          </a:p>
        </p:txBody>
      </p:sp>
      <p:sp>
        <p:nvSpPr>
          <p:cNvPr id="13329" name="Rectangle 16"/>
          <p:cNvSpPr>
            <a:spLocks noChangeArrowheads="1"/>
          </p:cNvSpPr>
          <p:nvPr/>
        </p:nvSpPr>
        <p:spPr bwMode="auto">
          <a:xfrm>
            <a:off x="5410200" y="2667001"/>
            <a:ext cx="76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rPr>
              <a:t> </a:t>
            </a:r>
          </a:p>
        </p:txBody>
      </p:sp>
      <p:sp>
        <p:nvSpPr>
          <p:cNvPr id="13330" name="Rectangle 18"/>
          <p:cNvSpPr>
            <a:spLocks noChangeArrowheads="1"/>
          </p:cNvSpPr>
          <p:nvPr/>
        </p:nvSpPr>
        <p:spPr bwMode="auto">
          <a:xfrm>
            <a:off x="3276601" y="2133601"/>
            <a:ext cx="20617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rPr>
              <a:t>सवालों के जवाब</a:t>
            </a:r>
          </a:p>
        </p:txBody>
      </p:sp>
      <p:sp>
        <p:nvSpPr>
          <p:cNvPr id="13331" name="Rectangle 19"/>
          <p:cNvSpPr>
            <a:spLocks noChangeArrowheads="1"/>
          </p:cNvSpPr>
          <p:nvPr/>
        </p:nvSpPr>
        <p:spPr bwMode="auto">
          <a:xfrm>
            <a:off x="1752600" y="3886200"/>
            <a:ext cx="2266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3200">
                <a:solidFill>
                  <a:srgbClr val="FFFFFF"/>
                </a:solidFill>
                <a:latin typeface="Avenir Medium" charset="0"/>
              </a:rPr>
              <a:t>pertanyaan</a:t>
            </a:r>
          </a:p>
        </p:txBody>
      </p:sp>
      <p:sp>
        <p:nvSpPr>
          <p:cNvPr id="13332" name="Rectangle 20"/>
          <p:cNvSpPr>
            <a:spLocks noChangeArrowheads="1"/>
          </p:cNvSpPr>
          <p:nvPr/>
        </p:nvSpPr>
        <p:spPr bwMode="auto">
          <a:xfrm rot="-5400000">
            <a:off x="5919788" y="2279651"/>
            <a:ext cx="17287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800">
                <a:solidFill>
                  <a:srgbClr val="FFFFFF"/>
                </a:solidFill>
                <a:latin typeface="Avenir Medium" charset="0"/>
              </a:rPr>
              <a:t>domande</a:t>
            </a:r>
          </a:p>
        </p:txBody>
      </p:sp>
      <p:sp>
        <p:nvSpPr>
          <p:cNvPr id="13333" name="Rectangle 21"/>
          <p:cNvSpPr>
            <a:spLocks noChangeArrowheads="1"/>
          </p:cNvSpPr>
          <p:nvPr/>
        </p:nvSpPr>
        <p:spPr bwMode="auto">
          <a:xfrm>
            <a:off x="3886200" y="3352800"/>
            <a:ext cx="1004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ja-JP" altLang="en-US" sz="3200">
                <a:solidFill>
                  <a:srgbClr val="FFFFFF"/>
                </a:solidFill>
              </a:rPr>
              <a:t>質問</a:t>
            </a:r>
            <a:endParaRPr lang="en-US" sz="3200">
              <a:solidFill>
                <a:srgbClr val="FFFFFF"/>
              </a:solidFill>
            </a:endParaRPr>
          </a:p>
        </p:txBody>
      </p:sp>
      <p:sp>
        <p:nvSpPr>
          <p:cNvPr id="13334" name="Rectangle 22"/>
          <p:cNvSpPr>
            <a:spLocks noChangeArrowheads="1"/>
          </p:cNvSpPr>
          <p:nvPr/>
        </p:nvSpPr>
        <p:spPr bwMode="auto">
          <a:xfrm>
            <a:off x="5105401" y="2286001"/>
            <a:ext cx="1592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perguntas</a:t>
            </a:r>
          </a:p>
        </p:txBody>
      </p:sp>
      <p:sp>
        <p:nvSpPr>
          <p:cNvPr id="13335" name="Rectangle 23"/>
          <p:cNvSpPr>
            <a:spLocks noChangeArrowheads="1"/>
          </p:cNvSpPr>
          <p:nvPr/>
        </p:nvSpPr>
        <p:spPr bwMode="auto">
          <a:xfrm>
            <a:off x="3654426" y="1600201"/>
            <a:ext cx="13989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Times" panose="02020603050405020304" pitchFamily="18" charset="0"/>
              </a:rPr>
              <a:t>вопросов</a:t>
            </a:r>
          </a:p>
        </p:txBody>
      </p:sp>
      <p:sp>
        <p:nvSpPr>
          <p:cNvPr id="13336" name="Rectangle 24"/>
          <p:cNvSpPr>
            <a:spLocks noChangeArrowheads="1"/>
          </p:cNvSpPr>
          <p:nvPr/>
        </p:nvSpPr>
        <p:spPr bwMode="auto">
          <a:xfrm>
            <a:off x="7162800" y="3360738"/>
            <a:ext cx="11366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sorular</a:t>
            </a:r>
          </a:p>
        </p:txBody>
      </p:sp>
      <p:sp>
        <p:nvSpPr>
          <p:cNvPr id="13337" name="TextBox 25"/>
          <p:cNvSpPr txBox="1">
            <a:spLocks noChangeArrowheads="1"/>
          </p:cNvSpPr>
          <p:nvPr/>
        </p:nvSpPr>
        <p:spPr bwMode="auto">
          <a:xfrm>
            <a:off x="8991600" y="1371601"/>
            <a:ext cx="1524000"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19900">
                <a:solidFill>
                  <a:srgbClr val="FFFFFF"/>
                </a:solidFill>
                <a:latin typeface="Avenir Medium" charset="0"/>
              </a:rPr>
              <a:t>?</a:t>
            </a:r>
          </a:p>
        </p:txBody>
      </p:sp>
    </p:spTree>
    <p:extLst>
      <p:ext uri="{BB962C8B-B14F-4D97-AF65-F5344CB8AC3E}">
        <p14:creationId xmlns:p14="http://schemas.microsoft.com/office/powerpoint/2010/main" val="23730937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1"/>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hangingPunct="1"/>
            <a:fld id="{207FAFF6-E146-4F48-809E-3DA26EEA4871}" type="slidenum">
              <a:rPr lang="en-US" sz="1400">
                <a:latin typeface="Times" panose="02020603050405020304" pitchFamily="18" charset="0"/>
                <a:sym typeface="Times" panose="02020603050405020304" pitchFamily="18" charset="0"/>
              </a:rPr>
              <a:pPr eaLnBrk="1" hangingPunct="1"/>
              <a:t>41</a:t>
            </a:fld>
            <a:endParaRPr lang="en-US" sz="1400">
              <a:latin typeface="Times" panose="02020603050405020304" pitchFamily="18" charset="0"/>
              <a:sym typeface="Times" panose="02020603050405020304" pitchFamily="18" charset="0"/>
            </a:endParaRPr>
          </a:p>
        </p:txBody>
      </p:sp>
    </p:spTree>
    <p:extLst>
      <p:ext uri="{BB962C8B-B14F-4D97-AF65-F5344CB8AC3E}">
        <p14:creationId xmlns:p14="http://schemas.microsoft.com/office/powerpoint/2010/main" val="2803110124"/>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itle &amp; Bullets">
  <a:themeElements>
    <a:clrScheme name="">
      <a:dk1>
        <a:srgbClr val="000000"/>
      </a:dk1>
      <a:lt1>
        <a:srgbClr val="FFFFFF"/>
      </a:lt1>
      <a:dk2>
        <a:srgbClr val="000000"/>
      </a:dk2>
      <a:lt2>
        <a:srgbClr val="808080"/>
      </a:lt2>
      <a:accent1>
        <a:srgbClr val="00CC99"/>
      </a:accent1>
      <a:accent2>
        <a:srgbClr val="333399"/>
      </a:accent2>
      <a:accent3>
        <a:srgbClr val="FFFFFF"/>
      </a:accent3>
      <a:accent4>
        <a:srgbClr val="000000"/>
      </a:accent4>
      <a:accent5>
        <a:srgbClr val="AAE2CA"/>
      </a:accent5>
      <a:accent6>
        <a:srgbClr val="2D2D8A"/>
      </a:accent6>
      <a:hlink>
        <a:srgbClr val="009999"/>
      </a:hlink>
      <a:folHlink>
        <a:srgbClr val="99CC00"/>
      </a:folHlink>
    </a:clrScheme>
    <a:fontScheme name="Title &amp; Bullets">
      <a:majorFont>
        <a:latin typeface="Times"/>
        <a:ea typeface="ヒラギノ明朝 ProN W3"/>
        <a:cs typeface="ヒラギノ明朝 ProN W3"/>
      </a:majorFont>
      <a:minorFont>
        <a:latin typeface="Times"/>
        <a:ea typeface="ヒラギノ明朝 ProN W3"/>
        <a:cs typeface="ヒラギノ明朝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CC99"/>
        </a:solidFill>
        <a:ln w="127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rgbClr val="000000"/>
            </a:solidFill>
            <a:effectLst/>
            <a:latin typeface="Times New Roman" charset="0"/>
            <a:ea typeface="ヒラギノ明朝 ProN W3" charset="0"/>
            <a:cs typeface="ヒラギノ明朝 ProN W3" charset="0"/>
            <a:sym typeface="Times New Roman" charset="0"/>
          </a:defRPr>
        </a:defPPr>
      </a:lstStyle>
    </a:spDef>
    <a:lnDef>
      <a:spPr bwMode="auto">
        <a:solidFill>
          <a:srgbClr val="00CC99"/>
        </a:solidFill>
        <a:ln w="19050" cap="flat" cmpd="sng" algn="ctr">
          <a:solidFill>
            <a:srgbClr val="174C8E">
              <a:alpha val="84000"/>
            </a:srgbClr>
          </a:solidFill>
          <a:prstDash val="solid"/>
          <a:round/>
          <a:headEnd type="none" w="med" len="med"/>
          <a:tailEnd type="none" w="med" len="med"/>
        </a:ln>
        <a:effectLst/>
      </a:spPr>
      <a:bodyPr/>
      <a:lstStyle/>
    </a:lnDef>
  </a:objectDefaults>
  <a:extraClrSchemeLst>
    <a:extraClrScheme>
      <a:clrScheme name="Title &amp; 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2120</TotalTime>
  <Words>8866</Words>
  <Application>Microsoft Office PowerPoint</Application>
  <PresentationFormat>Widescreen</PresentationFormat>
  <Paragraphs>592</Paragraphs>
  <Slides>41</Slides>
  <Notes>3</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41</vt:i4>
      </vt:variant>
    </vt:vector>
  </HeadingPairs>
  <TitlesOfParts>
    <vt:vector size="54" baseType="lpstr">
      <vt:lpstr>Arial</vt:lpstr>
      <vt:lpstr>Avenir Medium</vt:lpstr>
      <vt:lpstr>Calibri</vt:lpstr>
      <vt:lpstr>Calibri Light</vt:lpstr>
      <vt:lpstr>Iskoola Pota</vt:lpstr>
      <vt:lpstr>Symbol</vt:lpstr>
      <vt:lpstr>Times</vt:lpstr>
      <vt:lpstr>Times New Roman</vt:lpstr>
      <vt:lpstr>Verdana</vt:lpstr>
      <vt:lpstr>Wingdings</vt:lpstr>
      <vt:lpstr>ヒラギノ明朝 ProN W3</vt:lpstr>
      <vt:lpstr>Office Theme</vt:lpstr>
      <vt:lpstr>1_Title &amp; Bullets</vt:lpstr>
      <vt:lpstr>පළමු ප්‍රතිචාර පුහුණු වැඩසටහන</vt:lpstr>
      <vt:lpstr>PowerPoint Presentation</vt:lpstr>
      <vt:lpstr>PowerPoint Presentation</vt:lpstr>
      <vt:lpstr>පළමු ප්‍රතිචාර දක්වන්නා</vt:lpstr>
      <vt:lpstr>පළමු ප්‍රතිචාර දක්වන්නා</vt:lpstr>
      <vt:lpstr>ප්‍රායෝගික ගලවා ගැනිමේ මෙහෙයුම් ඉගෙනීමේ ප්‍රතිඵලය</vt:lpstr>
      <vt:lpstr>ප්‍රායෝගික ගලවා ගැනිමේ මෙහෙයුම් </vt:lpstr>
      <vt:lpstr>ගලවා ගැනීමේ උපකරණ හැඳින්වීම</vt:lpstr>
      <vt:lpstr>PowerPoint Presentation</vt:lpstr>
      <vt:lpstr>PowerPoint Presentation</vt:lpstr>
      <vt:lpstr>පළමු ප්‍රතිචාර දැක්වීමේ පුහුණු වැඩසටහන</vt:lpstr>
      <vt:lpstr>PowerPoint Presentation</vt:lpstr>
      <vt:lpstr>PowerPoint Presentation</vt:lpstr>
      <vt:lpstr>පළමුවන  ප්‍රතිචාර දක්වන්නා</vt:lpstr>
      <vt:lpstr>පළමුවන ප්‍රතිචාර දක්වන්නා</vt:lpstr>
      <vt:lpstr>PowerPoint Presentation</vt:lpstr>
      <vt:lpstr>PowerPoint Presentation</vt:lpstr>
      <vt:lpstr>PowerPoint Presentation</vt:lpstr>
      <vt:lpstr>PowerPoint Presentation</vt:lpstr>
      <vt:lpstr>PowerPoint Presentation</vt:lpstr>
      <vt:lpstr>PowerPoint Presentation</vt:lpstr>
      <vt:lpstr>පළමු ප්‍රතිචාර පුහුණූ වැඩසටහන</vt:lpstr>
      <vt:lpstr>PowerPoint Presentation</vt:lpstr>
      <vt:lpstr>PowerPoint Presentation</vt:lpstr>
      <vt:lpstr>පළමුවන  ප්‍රතිචාර දක්වන්නා</vt:lpstr>
      <vt:lpstr>පළමු ප්‍රතිචාරකයා</vt:lpstr>
      <vt:lpstr>PowerPoint Presentation</vt:lpstr>
      <vt:lpstr>PowerPoint Presentation</vt:lpstr>
      <vt:lpstr>PowerPoint Presentation</vt:lpstr>
      <vt:lpstr>PowerPoint Presentation</vt:lpstr>
      <vt:lpstr>PowerPoint Presentation</vt:lpstr>
      <vt:lpstr>පළමු ප්‍රතිචාර දැක්වීමේ පුහුණූ වැඩසටහන</vt:lpstr>
      <vt:lpstr>PowerPoint Presentation</vt:lpstr>
      <vt:lpstr>PowerPoint Presentation</vt:lpstr>
      <vt:lpstr>පළමුව  ප්‍රතිචාර දක්වන්නා</vt:lpstr>
      <vt:lpstr>පළමු ප්‍රතිචාරකයා</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Military PC</dc:creator>
  <cp:lastModifiedBy>IT-Admin</cp:lastModifiedBy>
  <cp:revision>398</cp:revision>
  <cp:lastPrinted>2022-08-16T06:16:25Z</cp:lastPrinted>
  <dcterms:created xsi:type="dcterms:W3CDTF">2022-07-11T05:41:01Z</dcterms:created>
  <dcterms:modified xsi:type="dcterms:W3CDTF">2023-05-04T08:59:18Z</dcterms:modified>
</cp:coreProperties>
</file>